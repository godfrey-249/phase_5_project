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2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2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42541B-088C-4B24-B7A5-F76547DC6A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EF4C6C-872F-4722-8A6A-14F401CC63CD}">
      <dgm:prSet/>
      <dgm:spPr/>
      <dgm:t>
        <a:bodyPr/>
        <a:lstStyle/>
        <a:p>
          <a:r>
            <a:rPr lang="en-GB" b="1" dirty="0"/>
            <a:t>Background</a:t>
          </a:r>
          <a:br>
            <a:rPr lang="en-GB" dirty="0"/>
          </a:br>
          <a:r>
            <a:rPr lang="en-GB" dirty="0"/>
            <a:t>Mental health affects daily life, but stigma, cost, and limited access—especially in low- and middle-income regions—create barriers to care. With over 1 in 8 people worldwide affected, AI offers a way to detect emotional distress through text, provide supportive feedback, and assist therapists by tracking emotional trends, improving both individual and professional care.</a:t>
          </a:r>
          <a:endParaRPr lang="en-US" dirty="0"/>
        </a:p>
      </dgm:t>
    </dgm:pt>
    <dgm:pt modelId="{AA441642-0B47-4447-923F-C8C87B5548AA}" type="parTrans" cxnId="{84C225CE-9798-44C5-9DDC-6C93455AB1DD}">
      <dgm:prSet/>
      <dgm:spPr/>
      <dgm:t>
        <a:bodyPr/>
        <a:lstStyle/>
        <a:p>
          <a:endParaRPr lang="en-US"/>
        </a:p>
      </dgm:t>
    </dgm:pt>
    <dgm:pt modelId="{DD7F640B-0ADB-487A-A2EE-00E70271E5C3}" type="sibTrans" cxnId="{84C225CE-9798-44C5-9DDC-6C93455AB1DD}">
      <dgm:prSet/>
      <dgm:spPr/>
      <dgm:t>
        <a:bodyPr/>
        <a:lstStyle/>
        <a:p>
          <a:endParaRPr lang="en-US"/>
        </a:p>
      </dgm:t>
    </dgm:pt>
    <dgm:pt modelId="{D92C9DB0-F537-49F9-80DC-DA3B138CDC5D}">
      <dgm:prSet/>
      <dgm:spPr/>
      <dgm:t>
        <a:bodyPr/>
        <a:lstStyle/>
        <a:p>
          <a:r>
            <a:rPr lang="en-GB" b="1"/>
            <a:t>Problem Statement</a:t>
          </a:r>
          <a:br>
            <a:rPr lang="en-GB"/>
          </a:br>
          <a:r>
            <a:rPr lang="en-GB"/>
            <a:t>Many face untreated mental health challenges due to cost, stigma, and lack of access. Emotional distress is often untracked, and therapists have limited insight between sessions. There’s a need for private, accessible tools that enable self-reflection and offer valuable data to both individuals and mental health professionals.</a:t>
          </a:r>
          <a:endParaRPr lang="en-US"/>
        </a:p>
      </dgm:t>
    </dgm:pt>
    <dgm:pt modelId="{CB4BA508-CD03-4F4D-B28E-43C9632A8A12}" type="parTrans" cxnId="{C70CD5B7-0D67-4699-8EE2-C50CC5613EFF}">
      <dgm:prSet/>
      <dgm:spPr/>
      <dgm:t>
        <a:bodyPr/>
        <a:lstStyle/>
        <a:p>
          <a:endParaRPr lang="en-US"/>
        </a:p>
      </dgm:t>
    </dgm:pt>
    <dgm:pt modelId="{D356F1D6-9707-4C8B-AAFE-E87653111FEA}" type="sibTrans" cxnId="{C70CD5B7-0D67-4699-8EE2-C50CC5613EFF}">
      <dgm:prSet/>
      <dgm:spPr/>
      <dgm:t>
        <a:bodyPr/>
        <a:lstStyle/>
        <a:p>
          <a:endParaRPr lang="en-US"/>
        </a:p>
      </dgm:t>
    </dgm:pt>
    <dgm:pt modelId="{FC4BBCC5-E57C-4C4A-869E-7C9EA935680D}" type="pres">
      <dgm:prSet presAssocID="{9F42541B-088C-4B24-B7A5-F76547DC6A6F}" presName="root" presStyleCnt="0">
        <dgm:presLayoutVars>
          <dgm:dir/>
          <dgm:resizeHandles val="exact"/>
        </dgm:presLayoutVars>
      </dgm:prSet>
      <dgm:spPr/>
    </dgm:pt>
    <dgm:pt modelId="{A0B0647F-E0D5-4FE1-B112-A8C95158F4C3}" type="pres">
      <dgm:prSet presAssocID="{83EF4C6C-872F-4722-8A6A-14F401CC63CD}" presName="compNode" presStyleCnt="0"/>
      <dgm:spPr/>
    </dgm:pt>
    <dgm:pt modelId="{1CAD4CE6-C9CD-468E-AF1A-5AC5EF7332F3}" type="pres">
      <dgm:prSet presAssocID="{83EF4C6C-872F-4722-8A6A-14F401CC63CD}" presName="bgRect" presStyleLbl="bgShp" presStyleIdx="0" presStyleCnt="2"/>
      <dgm:spPr/>
    </dgm:pt>
    <dgm:pt modelId="{F42BA583-4970-4085-9982-FC10B57E08C1}" type="pres">
      <dgm:prSet presAssocID="{83EF4C6C-872F-4722-8A6A-14F401CC63C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2DB3095A-1215-4DFC-8C1C-41F2E4457E54}" type="pres">
      <dgm:prSet presAssocID="{83EF4C6C-872F-4722-8A6A-14F401CC63CD}" presName="spaceRect" presStyleCnt="0"/>
      <dgm:spPr/>
    </dgm:pt>
    <dgm:pt modelId="{D6AAAEFC-3C87-4FF6-9DDF-8EC5053D8EDD}" type="pres">
      <dgm:prSet presAssocID="{83EF4C6C-872F-4722-8A6A-14F401CC63CD}" presName="parTx" presStyleLbl="revTx" presStyleIdx="0" presStyleCnt="2">
        <dgm:presLayoutVars>
          <dgm:chMax val="0"/>
          <dgm:chPref val="0"/>
        </dgm:presLayoutVars>
      </dgm:prSet>
      <dgm:spPr/>
    </dgm:pt>
    <dgm:pt modelId="{44E99079-B836-4DBD-A226-58D0349B8EB1}" type="pres">
      <dgm:prSet presAssocID="{DD7F640B-0ADB-487A-A2EE-00E70271E5C3}" presName="sibTrans" presStyleCnt="0"/>
      <dgm:spPr/>
    </dgm:pt>
    <dgm:pt modelId="{55BA43A1-A8FE-4ADA-91F9-8845F0DC5D78}" type="pres">
      <dgm:prSet presAssocID="{D92C9DB0-F537-49F9-80DC-DA3B138CDC5D}" presName="compNode" presStyleCnt="0"/>
      <dgm:spPr/>
    </dgm:pt>
    <dgm:pt modelId="{CDD75A02-DC3E-4257-A0B9-55FB7C931386}" type="pres">
      <dgm:prSet presAssocID="{D92C9DB0-F537-49F9-80DC-DA3B138CDC5D}" presName="bgRect" presStyleLbl="bgShp" presStyleIdx="1" presStyleCnt="2"/>
      <dgm:spPr/>
    </dgm:pt>
    <dgm:pt modelId="{8C03D416-EBD7-49F6-89AE-FE293155DC21}" type="pres">
      <dgm:prSet presAssocID="{D92C9DB0-F537-49F9-80DC-DA3B138CDC5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74D24BE-3C1E-490F-884D-D9798DABFA47}" type="pres">
      <dgm:prSet presAssocID="{D92C9DB0-F537-49F9-80DC-DA3B138CDC5D}" presName="spaceRect" presStyleCnt="0"/>
      <dgm:spPr/>
    </dgm:pt>
    <dgm:pt modelId="{A5529ABF-48C5-4484-A6DC-2F9EEE47816A}" type="pres">
      <dgm:prSet presAssocID="{D92C9DB0-F537-49F9-80DC-DA3B138CDC5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4BC3B94-2D04-433E-B60E-BA05B930D0FA}" type="presOf" srcId="{9F42541B-088C-4B24-B7A5-F76547DC6A6F}" destId="{FC4BBCC5-E57C-4C4A-869E-7C9EA935680D}" srcOrd="0" destOrd="0" presId="urn:microsoft.com/office/officeart/2018/2/layout/IconVerticalSolidList"/>
    <dgm:cxn modelId="{C70CD5B7-0D67-4699-8EE2-C50CC5613EFF}" srcId="{9F42541B-088C-4B24-B7A5-F76547DC6A6F}" destId="{D92C9DB0-F537-49F9-80DC-DA3B138CDC5D}" srcOrd="1" destOrd="0" parTransId="{CB4BA508-CD03-4F4D-B28E-43C9632A8A12}" sibTransId="{D356F1D6-9707-4C8B-AAFE-E87653111FEA}"/>
    <dgm:cxn modelId="{C0E08AC8-4478-46D1-B916-96BB0EE2FA9B}" type="presOf" srcId="{83EF4C6C-872F-4722-8A6A-14F401CC63CD}" destId="{D6AAAEFC-3C87-4FF6-9DDF-8EC5053D8EDD}" srcOrd="0" destOrd="0" presId="urn:microsoft.com/office/officeart/2018/2/layout/IconVerticalSolidList"/>
    <dgm:cxn modelId="{84C225CE-9798-44C5-9DDC-6C93455AB1DD}" srcId="{9F42541B-088C-4B24-B7A5-F76547DC6A6F}" destId="{83EF4C6C-872F-4722-8A6A-14F401CC63CD}" srcOrd="0" destOrd="0" parTransId="{AA441642-0B47-4447-923F-C8C87B5548AA}" sibTransId="{DD7F640B-0ADB-487A-A2EE-00E70271E5C3}"/>
    <dgm:cxn modelId="{606DFDDF-0CD6-4C50-8EBE-0B3AA5A4E74E}" type="presOf" srcId="{D92C9DB0-F537-49F9-80DC-DA3B138CDC5D}" destId="{A5529ABF-48C5-4484-A6DC-2F9EEE47816A}" srcOrd="0" destOrd="0" presId="urn:microsoft.com/office/officeart/2018/2/layout/IconVerticalSolidList"/>
    <dgm:cxn modelId="{B252F01E-52BD-4322-B375-2DFE5D0AA507}" type="presParOf" srcId="{FC4BBCC5-E57C-4C4A-869E-7C9EA935680D}" destId="{A0B0647F-E0D5-4FE1-B112-A8C95158F4C3}" srcOrd="0" destOrd="0" presId="urn:microsoft.com/office/officeart/2018/2/layout/IconVerticalSolidList"/>
    <dgm:cxn modelId="{DB7F7EE0-D492-40D4-A48D-F412142693DA}" type="presParOf" srcId="{A0B0647F-E0D5-4FE1-B112-A8C95158F4C3}" destId="{1CAD4CE6-C9CD-468E-AF1A-5AC5EF7332F3}" srcOrd="0" destOrd="0" presId="urn:microsoft.com/office/officeart/2018/2/layout/IconVerticalSolidList"/>
    <dgm:cxn modelId="{D9EDAD4A-8BBE-4A06-BB5C-08748BDF6A47}" type="presParOf" srcId="{A0B0647F-E0D5-4FE1-B112-A8C95158F4C3}" destId="{F42BA583-4970-4085-9982-FC10B57E08C1}" srcOrd="1" destOrd="0" presId="urn:microsoft.com/office/officeart/2018/2/layout/IconVerticalSolidList"/>
    <dgm:cxn modelId="{F3006ACD-6266-4A3B-9931-C56258528A7C}" type="presParOf" srcId="{A0B0647F-E0D5-4FE1-B112-A8C95158F4C3}" destId="{2DB3095A-1215-4DFC-8C1C-41F2E4457E54}" srcOrd="2" destOrd="0" presId="urn:microsoft.com/office/officeart/2018/2/layout/IconVerticalSolidList"/>
    <dgm:cxn modelId="{746F954D-FE44-491E-92B3-BD86B36C499D}" type="presParOf" srcId="{A0B0647F-E0D5-4FE1-B112-A8C95158F4C3}" destId="{D6AAAEFC-3C87-4FF6-9DDF-8EC5053D8EDD}" srcOrd="3" destOrd="0" presId="urn:microsoft.com/office/officeart/2018/2/layout/IconVerticalSolidList"/>
    <dgm:cxn modelId="{11DFBAFB-326E-4D59-8960-3E5518EBE10D}" type="presParOf" srcId="{FC4BBCC5-E57C-4C4A-869E-7C9EA935680D}" destId="{44E99079-B836-4DBD-A226-58D0349B8EB1}" srcOrd="1" destOrd="0" presId="urn:microsoft.com/office/officeart/2018/2/layout/IconVerticalSolidList"/>
    <dgm:cxn modelId="{2291EA90-8E7E-4E5F-B8E9-CE516C84ED69}" type="presParOf" srcId="{FC4BBCC5-E57C-4C4A-869E-7C9EA935680D}" destId="{55BA43A1-A8FE-4ADA-91F9-8845F0DC5D78}" srcOrd="2" destOrd="0" presId="urn:microsoft.com/office/officeart/2018/2/layout/IconVerticalSolidList"/>
    <dgm:cxn modelId="{A1407B44-1821-40F7-B5C1-11D32FF6B282}" type="presParOf" srcId="{55BA43A1-A8FE-4ADA-91F9-8845F0DC5D78}" destId="{CDD75A02-DC3E-4257-A0B9-55FB7C931386}" srcOrd="0" destOrd="0" presId="urn:microsoft.com/office/officeart/2018/2/layout/IconVerticalSolidList"/>
    <dgm:cxn modelId="{A026CA59-A6F1-4281-9A5E-19FC6B0D18C5}" type="presParOf" srcId="{55BA43A1-A8FE-4ADA-91F9-8845F0DC5D78}" destId="{8C03D416-EBD7-49F6-89AE-FE293155DC21}" srcOrd="1" destOrd="0" presId="urn:microsoft.com/office/officeart/2018/2/layout/IconVerticalSolidList"/>
    <dgm:cxn modelId="{7C489E11-1429-471C-A912-0FB25AD0E755}" type="presParOf" srcId="{55BA43A1-A8FE-4ADA-91F9-8845F0DC5D78}" destId="{E74D24BE-3C1E-490F-884D-D9798DABFA47}" srcOrd="2" destOrd="0" presId="urn:microsoft.com/office/officeart/2018/2/layout/IconVerticalSolidList"/>
    <dgm:cxn modelId="{CE7C695B-7BAD-4B91-A9F6-98DB0EA7A6E6}" type="presParOf" srcId="{55BA43A1-A8FE-4ADA-91F9-8845F0DC5D78}" destId="{A5529ABF-48C5-4484-A6DC-2F9EEE4781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2A194-0CD6-4440-95AE-48844543078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1528F9C-C0BB-44EC-B90F-707805179D6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Analysis-Based Objectives</a:t>
          </a:r>
          <a:endParaRPr lang="en-US"/>
        </a:p>
      </dgm:t>
    </dgm:pt>
    <dgm:pt modelId="{81ADCE69-5C0F-49C5-8CB7-3A8E17A13F2D}" type="parTrans" cxnId="{C99D5C9E-8BB9-4F3B-A90F-6239D6D99AD5}">
      <dgm:prSet/>
      <dgm:spPr/>
      <dgm:t>
        <a:bodyPr/>
        <a:lstStyle/>
        <a:p>
          <a:endParaRPr lang="en-US"/>
        </a:p>
      </dgm:t>
    </dgm:pt>
    <dgm:pt modelId="{1407BB22-CD4E-43E6-8F04-5B66E7600553}" type="sibTrans" cxnId="{C99D5C9E-8BB9-4F3B-A90F-6239D6D99AD5}">
      <dgm:prSet/>
      <dgm:spPr/>
      <dgm:t>
        <a:bodyPr/>
        <a:lstStyle/>
        <a:p>
          <a:endParaRPr lang="en-US"/>
        </a:p>
      </dgm:t>
    </dgm:pt>
    <dgm:pt modelId="{9CB5A29F-5E39-424C-8972-97F9A0A9ED0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Detect emotional and linguistic patterns in user text linked to conditions like anxiety, depression, and burnout.</a:t>
          </a:r>
          <a:endParaRPr lang="en-US"/>
        </a:p>
      </dgm:t>
    </dgm:pt>
    <dgm:pt modelId="{61FB9A79-D968-4A16-AA33-04C73B23870E}" type="parTrans" cxnId="{A6DDB528-F01C-401A-9817-A9834215F6BF}">
      <dgm:prSet/>
      <dgm:spPr/>
      <dgm:t>
        <a:bodyPr/>
        <a:lstStyle/>
        <a:p>
          <a:endParaRPr lang="en-US"/>
        </a:p>
      </dgm:t>
    </dgm:pt>
    <dgm:pt modelId="{91167906-DD86-4783-9F96-67826548577C}" type="sibTrans" cxnId="{A6DDB528-F01C-401A-9817-A9834215F6BF}">
      <dgm:prSet/>
      <dgm:spPr/>
      <dgm:t>
        <a:bodyPr/>
        <a:lstStyle/>
        <a:p>
          <a:endParaRPr lang="en-US"/>
        </a:p>
      </dgm:t>
    </dgm:pt>
    <dgm:pt modelId="{908BC5AF-F585-4B6F-89E8-E8D2780BC95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Identify symptom trends and frequencies signaling onset or escalation of challenges.</a:t>
          </a:r>
          <a:endParaRPr lang="en-US"/>
        </a:p>
      </dgm:t>
    </dgm:pt>
    <dgm:pt modelId="{AEDD11E8-F974-4B46-9F35-E24CC985401A}" type="parTrans" cxnId="{774AE1FE-AB72-4706-A2EB-F770F78F7537}">
      <dgm:prSet/>
      <dgm:spPr/>
      <dgm:t>
        <a:bodyPr/>
        <a:lstStyle/>
        <a:p>
          <a:endParaRPr lang="en-US"/>
        </a:p>
      </dgm:t>
    </dgm:pt>
    <dgm:pt modelId="{9019E4E6-84B9-4134-9615-4116BC2278F7}" type="sibTrans" cxnId="{774AE1FE-AB72-4706-A2EB-F770F78F7537}">
      <dgm:prSet/>
      <dgm:spPr/>
      <dgm:t>
        <a:bodyPr/>
        <a:lstStyle/>
        <a:p>
          <a:endParaRPr lang="en-US"/>
        </a:p>
      </dgm:t>
    </dgm:pt>
    <dgm:pt modelId="{6129C8B8-FF95-4491-9B78-32D83713D9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Classify emotional expressions into broad mental health categories using historical data.</a:t>
          </a:r>
          <a:endParaRPr lang="en-US"/>
        </a:p>
      </dgm:t>
    </dgm:pt>
    <dgm:pt modelId="{EE211855-99A0-4A30-9102-331106C686E2}" type="parTrans" cxnId="{DC00AF4E-1EC9-443A-8679-98AF76D18B8E}">
      <dgm:prSet/>
      <dgm:spPr/>
      <dgm:t>
        <a:bodyPr/>
        <a:lstStyle/>
        <a:p>
          <a:endParaRPr lang="en-US"/>
        </a:p>
      </dgm:t>
    </dgm:pt>
    <dgm:pt modelId="{B383B7C1-7815-41E4-8D23-05FD0BE6E5E5}" type="sibTrans" cxnId="{DC00AF4E-1EC9-443A-8679-98AF76D18B8E}">
      <dgm:prSet/>
      <dgm:spPr/>
      <dgm:t>
        <a:bodyPr/>
        <a:lstStyle/>
        <a:p>
          <a:endParaRPr lang="en-US"/>
        </a:p>
      </dgm:t>
    </dgm:pt>
    <dgm:pt modelId="{17DFCA6C-4C7F-4895-98F2-2569FAF27C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Feature Engineering Objectives</a:t>
          </a:r>
          <a:endParaRPr lang="en-US"/>
        </a:p>
      </dgm:t>
    </dgm:pt>
    <dgm:pt modelId="{22C532F7-79B5-44AA-BCD8-F32FACCDC6AB}" type="parTrans" cxnId="{214C73F6-1A8B-4279-9C68-7FD4FCC644FC}">
      <dgm:prSet/>
      <dgm:spPr/>
      <dgm:t>
        <a:bodyPr/>
        <a:lstStyle/>
        <a:p>
          <a:endParaRPr lang="en-US"/>
        </a:p>
      </dgm:t>
    </dgm:pt>
    <dgm:pt modelId="{A639CCC3-4988-4C91-B2CD-3A45D10B3229}" type="sibTrans" cxnId="{214C73F6-1A8B-4279-9C68-7FD4FCC644FC}">
      <dgm:prSet/>
      <dgm:spPr/>
      <dgm:t>
        <a:bodyPr/>
        <a:lstStyle/>
        <a:p>
          <a:endParaRPr lang="en-US"/>
        </a:p>
      </dgm:t>
    </dgm:pt>
    <dgm:pt modelId="{A28572FF-47A9-4BA2-A9E4-CCDDFA09F73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Preprocess text (tokenization, lemmatization, stop-word removal) for clean model input.</a:t>
          </a:r>
          <a:endParaRPr lang="en-US"/>
        </a:p>
      </dgm:t>
    </dgm:pt>
    <dgm:pt modelId="{5E8966EA-6349-4981-A43C-E9BAB95027D5}" type="parTrans" cxnId="{CCA2F2D6-3205-4181-888C-D7F66546AA28}">
      <dgm:prSet/>
      <dgm:spPr/>
      <dgm:t>
        <a:bodyPr/>
        <a:lstStyle/>
        <a:p>
          <a:endParaRPr lang="en-US"/>
        </a:p>
      </dgm:t>
    </dgm:pt>
    <dgm:pt modelId="{BAD5D00B-DF0D-473B-86AB-9DEF82DA413B}" type="sibTrans" cxnId="{CCA2F2D6-3205-4181-888C-D7F66546AA28}">
      <dgm:prSet/>
      <dgm:spPr/>
      <dgm:t>
        <a:bodyPr/>
        <a:lstStyle/>
        <a:p>
          <a:endParaRPr lang="en-US"/>
        </a:p>
      </dgm:t>
    </dgm:pt>
    <dgm:pt modelId="{0FC58BBD-CFF8-42A3-AEB2-550A758A777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Extract features such as emotional tone, symptom keywords, frequency/persistence of states, and time-based changes.</a:t>
          </a:r>
          <a:endParaRPr lang="en-US"/>
        </a:p>
      </dgm:t>
    </dgm:pt>
    <dgm:pt modelId="{D3159B35-9D80-44FD-9E3E-E77B9B0EBF1F}" type="parTrans" cxnId="{6B2B9A4B-B314-49E4-9DC6-715A5C0FA513}">
      <dgm:prSet/>
      <dgm:spPr/>
      <dgm:t>
        <a:bodyPr/>
        <a:lstStyle/>
        <a:p>
          <a:endParaRPr lang="en-US"/>
        </a:p>
      </dgm:t>
    </dgm:pt>
    <dgm:pt modelId="{ADB11342-6E86-4ACF-8381-E46C87A10EF3}" type="sibTrans" cxnId="{6B2B9A4B-B314-49E4-9DC6-715A5C0FA513}">
      <dgm:prSet/>
      <dgm:spPr/>
      <dgm:t>
        <a:bodyPr/>
        <a:lstStyle/>
        <a:p>
          <a:endParaRPr lang="en-US"/>
        </a:p>
      </dgm:t>
    </dgm:pt>
    <dgm:pt modelId="{ED5E4298-1884-4C44-B2E9-229EDD49FD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Modelling Objectives</a:t>
          </a:r>
          <a:endParaRPr lang="en-US"/>
        </a:p>
      </dgm:t>
    </dgm:pt>
    <dgm:pt modelId="{528AB1A6-A8D4-45AB-9EA5-2DCB506DC91C}" type="parTrans" cxnId="{40F108B6-C8DD-408A-B565-E1747BE34312}">
      <dgm:prSet/>
      <dgm:spPr/>
      <dgm:t>
        <a:bodyPr/>
        <a:lstStyle/>
        <a:p>
          <a:endParaRPr lang="en-US"/>
        </a:p>
      </dgm:t>
    </dgm:pt>
    <dgm:pt modelId="{0A6F1185-10BA-47C2-AA89-7C1583AB116F}" type="sibTrans" cxnId="{40F108B6-C8DD-408A-B565-E1747BE34312}">
      <dgm:prSet/>
      <dgm:spPr/>
      <dgm:t>
        <a:bodyPr/>
        <a:lstStyle/>
        <a:p>
          <a:endParaRPr lang="en-US"/>
        </a:p>
      </dgm:t>
    </dgm:pt>
    <dgm:pt modelId="{31E69C46-549E-43B2-82AA-A82CBF4B184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Build and fine-tune a multi-label NLP model to detect multiple co-occurring conditions.</a:t>
          </a:r>
          <a:endParaRPr lang="en-US"/>
        </a:p>
      </dgm:t>
    </dgm:pt>
    <dgm:pt modelId="{CCBD94FF-D112-4C62-8B15-4CBF7C5B8F15}" type="parTrans" cxnId="{7DCBE482-C9C8-4875-A4F5-13DD8DFB36CA}">
      <dgm:prSet/>
      <dgm:spPr/>
      <dgm:t>
        <a:bodyPr/>
        <a:lstStyle/>
        <a:p>
          <a:endParaRPr lang="en-US"/>
        </a:p>
      </dgm:t>
    </dgm:pt>
    <dgm:pt modelId="{46C2FC95-003F-4732-ACA1-04F8F127BA6C}" type="sibTrans" cxnId="{7DCBE482-C9C8-4875-A4F5-13DD8DFB36CA}">
      <dgm:prSet/>
      <dgm:spPr/>
      <dgm:t>
        <a:bodyPr/>
        <a:lstStyle/>
        <a:p>
          <a:endParaRPr lang="en-US"/>
        </a:p>
      </dgm:t>
    </dgm:pt>
    <dgm:pt modelId="{E96CF0E4-5894-4AE4-841D-3BB9A9F2751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Integrate into an empathetic chatbot that offers daily check-ins, coping strategies, and motivational content.</a:t>
          </a:r>
          <a:endParaRPr lang="en-US"/>
        </a:p>
      </dgm:t>
    </dgm:pt>
    <dgm:pt modelId="{CD5AB8D5-53D6-4530-B612-28E466CA180C}" type="parTrans" cxnId="{CE321F22-B8AB-4B47-A166-2FE79C3A30BC}">
      <dgm:prSet/>
      <dgm:spPr/>
      <dgm:t>
        <a:bodyPr/>
        <a:lstStyle/>
        <a:p>
          <a:endParaRPr lang="en-US"/>
        </a:p>
      </dgm:t>
    </dgm:pt>
    <dgm:pt modelId="{A3A823A9-4AA1-451B-8B61-054E763B0473}" type="sibTrans" cxnId="{CE321F22-B8AB-4B47-A166-2FE79C3A30BC}">
      <dgm:prSet/>
      <dgm:spPr/>
      <dgm:t>
        <a:bodyPr/>
        <a:lstStyle/>
        <a:p>
          <a:endParaRPr lang="en-US"/>
        </a:p>
      </dgm:t>
    </dgm:pt>
    <dgm:pt modelId="{B1145212-7BBB-4526-905F-BBF92B7AFA8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Assess distress levels to tailor tone and urgency.</a:t>
          </a:r>
          <a:endParaRPr lang="en-US"/>
        </a:p>
      </dgm:t>
    </dgm:pt>
    <dgm:pt modelId="{3F4ADA04-A1AA-4ED7-9CB4-3EF82BB2B00F}" type="parTrans" cxnId="{D0B9C402-1BB0-421D-AC0C-59CAB94EDB5C}">
      <dgm:prSet/>
      <dgm:spPr/>
      <dgm:t>
        <a:bodyPr/>
        <a:lstStyle/>
        <a:p>
          <a:endParaRPr lang="en-US"/>
        </a:p>
      </dgm:t>
    </dgm:pt>
    <dgm:pt modelId="{5341F082-3DFA-4224-861D-FAA023CEA57F}" type="sibTrans" cxnId="{D0B9C402-1BB0-421D-AC0C-59CAB94EDB5C}">
      <dgm:prSet/>
      <dgm:spPr/>
      <dgm:t>
        <a:bodyPr/>
        <a:lstStyle/>
        <a:p>
          <a:endParaRPr lang="en-US"/>
        </a:p>
      </dgm:t>
    </dgm:pt>
    <dgm:pt modelId="{B72CC01D-AD45-4D33-A2FA-6083F1A08AFD}" type="pres">
      <dgm:prSet presAssocID="{EC32A194-0CD6-4440-95AE-48844543078F}" presName="root" presStyleCnt="0">
        <dgm:presLayoutVars>
          <dgm:dir/>
          <dgm:resizeHandles val="exact"/>
        </dgm:presLayoutVars>
      </dgm:prSet>
      <dgm:spPr/>
    </dgm:pt>
    <dgm:pt modelId="{19F067FC-5272-48DD-BA20-6C643B398F8A}" type="pres">
      <dgm:prSet presAssocID="{D1528F9C-C0BB-44EC-B90F-707805179D6F}" presName="compNode" presStyleCnt="0"/>
      <dgm:spPr/>
    </dgm:pt>
    <dgm:pt modelId="{F1541F96-0784-40D5-97E3-5613AFBB9935}" type="pres">
      <dgm:prSet presAssocID="{D1528F9C-C0BB-44EC-B90F-707805179D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52F7DA53-DC58-47D8-BA95-02AD92E76226}" type="pres">
      <dgm:prSet presAssocID="{D1528F9C-C0BB-44EC-B90F-707805179D6F}" presName="iconSpace" presStyleCnt="0"/>
      <dgm:spPr/>
    </dgm:pt>
    <dgm:pt modelId="{E1373D49-0B86-4AD3-98F7-7AD56B8FD678}" type="pres">
      <dgm:prSet presAssocID="{D1528F9C-C0BB-44EC-B90F-707805179D6F}" presName="parTx" presStyleLbl="revTx" presStyleIdx="0" presStyleCnt="6">
        <dgm:presLayoutVars>
          <dgm:chMax val="0"/>
          <dgm:chPref val="0"/>
        </dgm:presLayoutVars>
      </dgm:prSet>
      <dgm:spPr/>
    </dgm:pt>
    <dgm:pt modelId="{BABA0D79-F2C5-48CA-8293-F203EB987ABE}" type="pres">
      <dgm:prSet presAssocID="{D1528F9C-C0BB-44EC-B90F-707805179D6F}" presName="txSpace" presStyleCnt="0"/>
      <dgm:spPr/>
    </dgm:pt>
    <dgm:pt modelId="{4BADFAFD-250E-4E81-B251-3F6A8800A006}" type="pres">
      <dgm:prSet presAssocID="{D1528F9C-C0BB-44EC-B90F-707805179D6F}" presName="desTx" presStyleLbl="revTx" presStyleIdx="1" presStyleCnt="6">
        <dgm:presLayoutVars/>
      </dgm:prSet>
      <dgm:spPr/>
    </dgm:pt>
    <dgm:pt modelId="{DB705C45-EC55-4BCC-B405-227DC750BF1C}" type="pres">
      <dgm:prSet presAssocID="{1407BB22-CD4E-43E6-8F04-5B66E7600553}" presName="sibTrans" presStyleCnt="0"/>
      <dgm:spPr/>
    </dgm:pt>
    <dgm:pt modelId="{65E7142D-5606-4285-805D-E7505C60AD94}" type="pres">
      <dgm:prSet presAssocID="{17DFCA6C-4C7F-4895-98F2-2569FAF27CC6}" presName="compNode" presStyleCnt="0"/>
      <dgm:spPr/>
    </dgm:pt>
    <dgm:pt modelId="{C1509AE0-4157-429A-908D-BB6B46A734E7}" type="pres">
      <dgm:prSet presAssocID="{17DFCA6C-4C7F-4895-98F2-2569FAF27C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5DC8EE5-C886-4294-AB71-4DEF88E34620}" type="pres">
      <dgm:prSet presAssocID="{17DFCA6C-4C7F-4895-98F2-2569FAF27CC6}" presName="iconSpace" presStyleCnt="0"/>
      <dgm:spPr/>
    </dgm:pt>
    <dgm:pt modelId="{374D9A37-B5AA-43D3-919C-6D953E839FCF}" type="pres">
      <dgm:prSet presAssocID="{17DFCA6C-4C7F-4895-98F2-2569FAF27CC6}" presName="parTx" presStyleLbl="revTx" presStyleIdx="2" presStyleCnt="6">
        <dgm:presLayoutVars>
          <dgm:chMax val="0"/>
          <dgm:chPref val="0"/>
        </dgm:presLayoutVars>
      </dgm:prSet>
      <dgm:spPr/>
    </dgm:pt>
    <dgm:pt modelId="{CC9F5E55-BF6E-4425-97E2-BFA9CE8B6C6C}" type="pres">
      <dgm:prSet presAssocID="{17DFCA6C-4C7F-4895-98F2-2569FAF27CC6}" presName="txSpace" presStyleCnt="0"/>
      <dgm:spPr/>
    </dgm:pt>
    <dgm:pt modelId="{172C029D-2143-4CB3-8C7B-6DF47C389136}" type="pres">
      <dgm:prSet presAssocID="{17DFCA6C-4C7F-4895-98F2-2569FAF27CC6}" presName="desTx" presStyleLbl="revTx" presStyleIdx="3" presStyleCnt="6">
        <dgm:presLayoutVars/>
      </dgm:prSet>
      <dgm:spPr/>
    </dgm:pt>
    <dgm:pt modelId="{B28C3A81-C215-4A53-AC61-AD756AC6BB13}" type="pres">
      <dgm:prSet presAssocID="{A639CCC3-4988-4C91-B2CD-3A45D10B3229}" presName="sibTrans" presStyleCnt="0"/>
      <dgm:spPr/>
    </dgm:pt>
    <dgm:pt modelId="{D087C387-58F9-4C34-8E08-E734A1757F3F}" type="pres">
      <dgm:prSet presAssocID="{ED5E4298-1884-4C44-B2E9-229EDD49FD5A}" presName="compNode" presStyleCnt="0"/>
      <dgm:spPr/>
    </dgm:pt>
    <dgm:pt modelId="{CD967BBD-4292-4D9C-95BA-88BE5F278626}" type="pres">
      <dgm:prSet presAssocID="{ED5E4298-1884-4C44-B2E9-229EDD49FD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9001E13-8A02-4814-95A2-4017D0FEBA8D}" type="pres">
      <dgm:prSet presAssocID="{ED5E4298-1884-4C44-B2E9-229EDD49FD5A}" presName="iconSpace" presStyleCnt="0"/>
      <dgm:spPr/>
    </dgm:pt>
    <dgm:pt modelId="{506419A7-9FE3-483A-A55B-CDBDF76658BE}" type="pres">
      <dgm:prSet presAssocID="{ED5E4298-1884-4C44-B2E9-229EDD49FD5A}" presName="parTx" presStyleLbl="revTx" presStyleIdx="4" presStyleCnt="6">
        <dgm:presLayoutVars>
          <dgm:chMax val="0"/>
          <dgm:chPref val="0"/>
        </dgm:presLayoutVars>
      </dgm:prSet>
      <dgm:spPr/>
    </dgm:pt>
    <dgm:pt modelId="{E199D113-337A-46F1-B309-6AA7EFDCB7F4}" type="pres">
      <dgm:prSet presAssocID="{ED5E4298-1884-4C44-B2E9-229EDD49FD5A}" presName="txSpace" presStyleCnt="0"/>
      <dgm:spPr/>
    </dgm:pt>
    <dgm:pt modelId="{E28C295B-7FD2-4AE3-A353-B28950771C35}" type="pres">
      <dgm:prSet presAssocID="{ED5E4298-1884-4C44-B2E9-229EDD49FD5A}" presName="desTx" presStyleLbl="revTx" presStyleIdx="5" presStyleCnt="6">
        <dgm:presLayoutVars/>
      </dgm:prSet>
      <dgm:spPr/>
    </dgm:pt>
  </dgm:ptLst>
  <dgm:cxnLst>
    <dgm:cxn modelId="{D0B9C402-1BB0-421D-AC0C-59CAB94EDB5C}" srcId="{ED5E4298-1884-4C44-B2E9-229EDD49FD5A}" destId="{B1145212-7BBB-4526-905F-BBF92B7AFA85}" srcOrd="2" destOrd="0" parTransId="{3F4ADA04-A1AA-4ED7-9CB4-3EF82BB2B00F}" sibTransId="{5341F082-3DFA-4224-861D-FAA023CEA57F}"/>
    <dgm:cxn modelId="{DF341E06-8CC1-436B-8ECB-FC4DBF779F6C}" type="presOf" srcId="{9CB5A29F-5E39-424C-8972-97F9A0A9ED05}" destId="{4BADFAFD-250E-4E81-B251-3F6A8800A006}" srcOrd="0" destOrd="0" presId="urn:microsoft.com/office/officeart/2018/2/layout/IconLabelDescriptionList"/>
    <dgm:cxn modelId="{CE321F22-B8AB-4B47-A166-2FE79C3A30BC}" srcId="{ED5E4298-1884-4C44-B2E9-229EDD49FD5A}" destId="{E96CF0E4-5894-4AE4-841D-3BB9A9F2751D}" srcOrd="1" destOrd="0" parTransId="{CD5AB8D5-53D6-4530-B612-28E466CA180C}" sibTransId="{A3A823A9-4AA1-451B-8B61-054E763B0473}"/>
    <dgm:cxn modelId="{51221F23-7015-4742-8A4C-F66CDDF2A26F}" type="presOf" srcId="{17DFCA6C-4C7F-4895-98F2-2569FAF27CC6}" destId="{374D9A37-B5AA-43D3-919C-6D953E839FCF}" srcOrd="0" destOrd="0" presId="urn:microsoft.com/office/officeart/2018/2/layout/IconLabelDescriptionList"/>
    <dgm:cxn modelId="{4D3FD426-9BB9-460E-B5A1-3AD199E6BFF9}" type="presOf" srcId="{31E69C46-549E-43B2-82AA-A82CBF4B1849}" destId="{E28C295B-7FD2-4AE3-A353-B28950771C35}" srcOrd="0" destOrd="0" presId="urn:microsoft.com/office/officeart/2018/2/layout/IconLabelDescriptionList"/>
    <dgm:cxn modelId="{A6DDB528-F01C-401A-9817-A9834215F6BF}" srcId="{D1528F9C-C0BB-44EC-B90F-707805179D6F}" destId="{9CB5A29F-5E39-424C-8972-97F9A0A9ED05}" srcOrd="0" destOrd="0" parTransId="{61FB9A79-D968-4A16-AA33-04C73B23870E}" sibTransId="{91167906-DD86-4783-9F96-67826548577C}"/>
    <dgm:cxn modelId="{49322329-10D5-4B78-90D4-90C5C708DDF9}" type="presOf" srcId="{B1145212-7BBB-4526-905F-BBF92B7AFA85}" destId="{E28C295B-7FD2-4AE3-A353-B28950771C35}" srcOrd="0" destOrd="2" presId="urn:microsoft.com/office/officeart/2018/2/layout/IconLabelDescriptionList"/>
    <dgm:cxn modelId="{8144152F-ED49-4905-9B32-F9EE8F6C3334}" type="presOf" srcId="{0FC58BBD-CFF8-42A3-AEB2-550A758A777F}" destId="{172C029D-2143-4CB3-8C7B-6DF47C389136}" srcOrd="0" destOrd="1" presId="urn:microsoft.com/office/officeart/2018/2/layout/IconLabelDescriptionList"/>
    <dgm:cxn modelId="{7C0A4736-5B09-4BE0-A2D8-6C6BD45BC3DF}" type="presOf" srcId="{ED5E4298-1884-4C44-B2E9-229EDD49FD5A}" destId="{506419A7-9FE3-483A-A55B-CDBDF76658BE}" srcOrd="0" destOrd="0" presId="urn:microsoft.com/office/officeart/2018/2/layout/IconLabelDescriptionList"/>
    <dgm:cxn modelId="{6B2B9A4B-B314-49E4-9DC6-715A5C0FA513}" srcId="{17DFCA6C-4C7F-4895-98F2-2569FAF27CC6}" destId="{0FC58BBD-CFF8-42A3-AEB2-550A758A777F}" srcOrd="1" destOrd="0" parTransId="{D3159B35-9D80-44FD-9E3E-E77B9B0EBF1F}" sibTransId="{ADB11342-6E86-4ACF-8381-E46C87A10EF3}"/>
    <dgm:cxn modelId="{BA70A14B-9277-4299-86F0-E2D4012F41F8}" type="presOf" srcId="{E96CF0E4-5894-4AE4-841D-3BB9A9F2751D}" destId="{E28C295B-7FD2-4AE3-A353-B28950771C35}" srcOrd="0" destOrd="1" presId="urn:microsoft.com/office/officeart/2018/2/layout/IconLabelDescriptionList"/>
    <dgm:cxn modelId="{21082D4E-D4BF-47EE-82CA-535441E5F348}" type="presOf" srcId="{6129C8B8-FF95-4491-9B78-32D83713D9E3}" destId="{4BADFAFD-250E-4E81-B251-3F6A8800A006}" srcOrd="0" destOrd="2" presId="urn:microsoft.com/office/officeart/2018/2/layout/IconLabelDescriptionList"/>
    <dgm:cxn modelId="{DC00AF4E-1EC9-443A-8679-98AF76D18B8E}" srcId="{D1528F9C-C0BB-44EC-B90F-707805179D6F}" destId="{6129C8B8-FF95-4491-9B78-32D83713D9E3}" srcOrd="2" destOrd="0" parTransId="{EE211855-99A0-4A30-9102-331106C686E2}" sibTransId="{B383B7C1-7815-41E4-8D23-05FD0BE6E5E5}"/>
    <dgm:cxn modelId="{B9EED951-2531-4825-A56F-E5B6ECA4C7EC}" type="presOf" srcId="{EC32A194-0CD6-4440-95AE-48844543078F}" destId="{B72CC01D-AD45-4D33-A2FA-6083F1A08AFD}" srcOrd="0" destOrd="0" presId="urn:microsoft.com/office/officeart/2018/2/layout/IconLabelDescriptionList"/>
    <dgm:cxn modelId="{7DCBE482-C9C8-4875-A4F5-13DD8DFB36CA}" srcId="{ED5E4298-1884-4C44-B2E9-229EDD49FD5A}" destId="{31E69C46-549E-43B2-82AA-A82CBF4B1849}" srcOrd="0" destOrd="0" parTransId="{CCBD94FF-D112-4C62-8B15-4CBF7C5B8F15}" sibTransId="{46C2FC95-003F-4732-ACA1-04F8F127BA6C}"/>
    <dgm:cxn modelId="{A4D77389-8DC9-4C6D-A6FB-B8F28D682871}" type="presOf" srcId="{A28572FF-47A9-4BA2-A9E4-CCDDFA09F73E}" destId="{172C029D-2143-4CB3-8C7B-6DF47C389136}" srcOrd="0" destOrd="0" presId="urn:microsoft.com/office/officeart/2018/2/layout/IconLabelDescriptionList"/>
    <dgm:cxn modelId="{C1ED6692-270E-48C3-AC38-A839CA5A9DBD}" type="presOf" srcId="{D1528F9C-C0BB-44EC-B90F-707805179D6F}" destId="{E1373D49-0B86-4AD3-98F7-7AD56B8FD678}" srcOrd="0" destOrd="0" presId="urn:microsoft.com/office/officeart/2018/2/layout/IconLabelDescriptionList"/>
    <dgm:cxn modelId="{C99D5C9E-8BB9-4F3B-A90F-6239D6D99AD5}" srcId="{EC32A194-0CD6-4440-95AE-48844543078F}" destId="{D1528F9C-C0BB-44EC-B90F-707805179D6F}" srcOrd="0" destOrd="0" parTransId="{81ADCE69-5C0F-49C5-8CB7-3A8E17A13F2D}" sibTransId="{1407BB22-CD4E-43E6-8F04-5B66E7600553}"/>
    <dgm:cxn modelId="{EF5974A8-4672-4277-AB7D-D111B17D72A3}" type="presOf" srcId="{908BC5AF-F585-4B6F-89E8-E8D2780BC958}" destId="{4BADFAFD-250E-4E81-B251-3F6A8800A006}" srcOrd="0" destOrd="1" presId="urn:microsoft.com/office/officeart/2018/2/layout/IconLabelDescriptionList"/>
    <dgm:cxn modelId="{40F108B6-C8DD-408A-B565-E1747BE34312}" srcId="{EC32A194-0CD6-4440-95AE-48844543078F}" destId="{ED5E4298-1884-4C44-B2E9-229EDD49FD5A}" srcOrd="2" destOrd="0" parTransId="{528AB1A6-A8D4-45AB-9EA5-2DCB506DC91C}" sibTransId="{0A6F1185-10BA-47C2-AA89-7C1583AB116F}"/>
    <dgm:cxn modelId="{CCA2F2D6-3205-4181-888C-D7F66546AA28}" srcId="{17DFCA6C-4C7F-4895-98F2-2569FAF27CC6}" destId="{A28572FF-47A9-4BA2-A9E4-CCDDFA09F73E}" srcOrd="0" destOrd="0" parTransId="{5E8966EA-6349-4981-A43C-E9BAB95027D5}" sibTransId="{BAD5D00B-DF0D-473B-86AB-9DEF82DA413B}"/>
    <dgm:cxn modelId="{214C73F6-1A8B-4279-9C68-7FD4FCC644FC}" srcId="{EC32A194-0CD6-4440-95AE-48844543078F}" destId="{17DFCA6C-4C7F-4895-98F2-2569FAF27CC6}" srcOrd="1" destOrd="0" parTransId="{22C532F7-79B5-44AA-BCD8-F32FACCDC6AB}" sibTransId="{A639CCC3-4988-4C91-B2CD-3A45D10B3229}"/>
    <dgm:cxn modelId="{774AE1FE-AB72-4706-A2EB-F770F78F7537}" srcId="{D1528F9C-C0BB-44EC-B90F-707805179D6F}" destId="{908BC5AF-F585-4B6F-89E8-E8D2780BC958}" srcOrd="1" destOrd="0" parTransId="{AEDD11E8-F974-4B46-9F35-E24CC985401A}" sibTransId="{9019E4E6-84B9-4134-9615-4116BC2278F7}"/>
    <dgm:cxn modelId="{02978713-BDE1-43D1-B05E-5C04FBFD1D3E}" type="presParOf" srcId="{B72CC01D-AD45-4D33-A2FA-6083F1A08AFD}" destId="{19F067FC-5272-48DD-BA20-6C643B398F8A}" srcOrd="0" destOrd="0" presId="urn:microsoft.com/office/officeart/2018/2/layout/IconLabelDescriptionList"/>
    <dgm:cxn modelId="{B7F1E1D6-46BB-4CD8-86ED-9CCA6061C90A}" type="presParOf" srcId="{19F067FC-5272-48DD-BA20-6C643B398F8A}" destId="{F1541F96-0784-40D5-97E3-5613AFBB9935}" srcOrd="0" destOrd="0" presId="urn:microsoft.com/office/officeart/2018/2/layout/IconLabelDescriptionList"/>
    <dgm:cxn modelId="{1BBE9EFA-E07F-444D-B03B-93686042E58E}" type="presParOf" srcId="{19F067FC-5272-48DD-BA20-6C643B398F8A}" destId="{52F7DA53-DC58-47D8-BA95-02AD92E76226}" srcOrd="1" destOrd="0" presId="urn:microsoft.com/office/officeart/2018/2/layout/IconLabelDescriptionList"/>
    <dgm:cxn modelId="{229AA534-CC8F-4D8C-B6A1-4C6A921CB76A}" type="presParOf" srcId="{19F067FC-5272-48DD-BA20-6C643B398F8A}" destId="{E1373D49-0B86-4AD3-98F7-7AD56B8FD678}" srcOrd="2" destOrd="0" presId="urn:microsoft.com/office/officeart/2018/2/layout/IconLabelDescriptionList"/>
    <dgm:cxn modelId="{0B00DC1A-3182-4EFE-8B62-03282E12E73D}" type="presParOf" srcId="{19F067FC-5272-48DD-BA20-6C643B398F8A}" destId="{BABA0D79-F2C5-48CA-8293-F203EB987ABE}" srcOrd="3" destOrd="0" presId="urn:microsoft.com/office/officeart/2018/2/layout/IconLabelDescriptionList"/>
    <dgm:cxn modelId="{6D49B619-A583-4286-91BE-045234E704A3}" type="presParOf" srcId="{19F067FC-5272-48DD-BA20-6C643B398F8A}" destId="{4BADFAFD-250E-4E81-B251-3F6A8800A006}" srcOrd="4" destOrd="0" presId="urn:microsoft.com/office/officeart/2018/2/layout/IconLabelDescriptionList"/>
    <dgm:cxn modelId="{8710E1EA-2DB9-41D3-94EE-865779C5BABD}" type="presParOf" srcId="{B72CC01D-AD45-4D33-A2FA-6083F1A08AFD}" destId="{DB705C45-EC55-4BCC-B405-227DC750BF1C}" srcOrd="1" destOrd="0" presId="urn:microsoft.com/office/officeart/2018/2/layout/IconLabelDescriptionList"/>
    <dgm:cxn modelId="{61066E2F-EB4E-433B-8FCB-D82F2B316C73}" type="presParOf" srcId="{B72CC01D-AD45-4D33-A2FA-6083F1A08AFD}" destId="{65E7142D-5606-4285-805D-E7505C60AD94}" srcOrd="2" destOrd="0" presId="urn:microsoft.com/office/officeart/2018/2/layout/IconLabelDescriptionList"/>
    <dgm:cxn modelId="{2F0E3620-7D3C-4AD3-AF99-BE706F927598}" type="presParOf" srcId="{65E7142D-5606-4285-805D-E7505C60AD94}" destId="{C1509AE0-4157-429A-908D-BB6B46A734E7}" srcOrd="0" destOrd="0" presId="urn:microsoft.com/office/officeart/2018/2/layout/IconLabelDescriptionList"/>
    <dgm:cxn modelId="{47F603FD-F34D-459E-AE74-C64EFFEA171F}" type="presParOf" srcId="{65E7142D-5606-4285-805D-E7505C60AD94}" destId="{25DC8EE5-C886-4294-AB71-4DEF88E34620}" srcOrd="1" destOrd="0" presId="urn:microsoft.com/office/officeart/2018/2/layout/IconLabelDescriptionList"/>
    <dgm:cxn modelId="{48DDBE9F-B8A6-428F-84E9-C3B43A45A91D}" type="presParOf" srcId="{65E7142D-5606-4285-805D-E7505C60AD94}" destId="{374D9A37-B5AA-43D3-919C-6D953E839FCF}" srcOrd="2" destOrd="0" presId="urn:microsoft.com/office/officeart/2018/2/layout/IconLabelDescriptionList"/>
    <dgm:cxn modelId="{15E2559E-8CC6-4787-9A92-9287005C56BF}" type="presParOf" srcId="{65E7142D-5606-4285-805D-E7505C60AD94}" destId="{CC9F5E55-BF6E-4425-97E2-BFA9CE8B6C6C}" srcOrd="3" destOrd="0" presId="urn:microsoft.com/office/officeart/2018/2/layout/IconLabelDescriptionList"/>
    <dgm:cxn modelId="{FA80A511-AF11-491E-97C4-D268B9F9BA57}" type="presParOf" srcId="{65E7142D-5606-4285-805D-E7505C60AD94}" destId="{172C029D-2143-4CB3-8C7B-6DF47C389136}" srcOrd="4" destOrd="0" presId="urn:microsoft.com/office/officeart/2018/2/layout/IconLabelDescriptionList"/>
    <dgm:cxn modelId="{8DD2F23B-9CED-45D3-965A-45143DF227B2}" type="presParOf" srcId="{B72CC01D-AD45-4D33-A2FA-6083F1A08AFD}" destId="{B28C3A81-C215-4A53-AC61-AD756AC6BB13}" srcOrd="3" destOrd="0" presId="urn:microsoft.com/office/officeart/2018/2/layout/IconLabelDescriptionList"/>
    <dgm:cxn modelId="{CD8D6080-3A55-4682-B154-D567F6077605}" type="presParOf" srcId="{B72CC01D-AD45-4D33-A2FA-6083F1A08AFD}" destId="{D087C387-58F9-4C34-8E08-E734A1757F3F}" srcOrd="4" destOrd="0" presId="urn:microsoft.com/office/officeart/2018/2/layout/IconLabelDescriptionList"/>
    <dgm:cxn modelId="{C63E7162-B50D-4759-88C1-A0815CA46094}" type="presParOf" srcId="{D087C387-58F9-4C34-8E08-E734A1757F3F}" destId="{CD967BBD-4292-4D9C-95BA-88BE5F278626}" srcOrd="0" destOrd="0" presId="urn:microsoft.com/office/officeart/2018/2/layout/IconLabelDescriptionList"/>
    <dgm:cxn modelId="{468BD540-8837-4966-AA38-221974971591}" type="presParOf" srcId="{D087C387-58F9-4C34-8E08-E734A1757F3F}" destId="{D9001E13-8A02-4814-95A2-4017D0FEBA8D}" srcOrd="1" destOrd="0" presId="urn:microsoft.com/office/officeart/2018/2/layout/IconLabelDescriptionList"/>
    <dgm:cxn modelId="{9DF34415-8CC9-46A4-BF07-FF3BEA943883}" type="presParOf" srcId="{D087C387-58F9-4C34-8E08-E734A1757F3F}" destId="{506419A7-9FE3-483A-A55B-CDBDF76658BE}" srcOrd="2" destOrd="0" presId="urn:microsoft.com/office/officeart/2018/2/layout/IconLabelDescriptionList"/>
    <dgm:cxn modelId="{613E5197-33CE-4F0E-B9DD-9B0BE085B20C}" type="presParOf" srcId="{D087C387-58F9-4C34-8E08-E734A1757F3F}" destId="{E199D113-337A-46F1-B309-6AA7EFDCB7F4}" srcOrd="3" destOrd="0" presId="urn:microsoft.com/office/officeart/2018/2/layout/IconLabelDescriptionList"/>
    <dgm:cxn modelId="{C0E177FC-CF85-4E70-AD37-4990AC655E87}" type="presParOf" srcId="{D087C387-58F9-4C34-8E08-E734A1757F3F}" destId="{E28C295B-7FD2-4AE3-A353-B28950771C3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8055AE-60C6-4ED1-A983-6053849DD83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64EF83E-C3B6-4F2B-BE77-618F8FAE43F1}">
      <dgm:prSet/>
      <dgm:spPr/>
      <dgm:t>
        <a:bodyPr/>
        <a:lstStyle/>
        <a:p>
          <a:r>
            <a:rPr lang="de-DE" b="1"/>
            <a:t>1. Mental Health Content (mentalhealth.org.uk)</a:t>
          </a:r>
          <a:endParaRPr lang="en-US"/>
        </a:p>
      </dgm:t>
    </dgm:pt>
    <dgm:pt modelId="{DD9A9530-2C3F-469A-84E0-CC14F0A8D6E8}" type="parTrans" cxnId="{2463DFEB-EB61-40C4-88B2-3D2428DFA07E}">
      <dgm:prSet/>
      <dgm:spPr/>
      <dgm:t>
        <a:bodyPr/>
        <a:lstStyle/>
        <a:p>
          <a:endParaRPr lang="en-US"/>
        </a:p>
      </dgm:t>
    </dgm:pt>
    <dgm:pt modelId="{271CBDA7-1394-44C8-8437-764AF72BD82D}" type="sibTrans" cxnId="{2463DFEB-EB61-40C4-88B2-3D2428DFA07E}">
      <dgm:prSet/>
      <dgm:spPr/>
      <dgm:t>
        <a:bodyPr/>
        <a:lstStyle/>
        <a:p>
          <a:endParaRPr lang="en-US"/>
        </a:p>
      </dgm:t>
    </dgm:pt>
    <dgm:pt modelId="{5203D0EA-D6F7-4DE4-A0BF-2F666EFCE7B5}">
      <dgm:prSet/>
      <dgm:spPr/>
      <dgm:t>
        <a:bodyPr/>
        <a:lstStyle/>
        <a:p>
          <a:r>
            <a:rPr lang="de-DE" b="1" dirty="0"/>
            <a:t>Content:</a:t>
          </a:r>
          <a:r>
            <a:rPr lang="de-DE" dirty="0"/>
            <a:t> Signs, symptoms, emotional indicators, coping strategies, recommendations of 19 disorders ; (</a:t>
          </a:r>
          <a:r>
            <a:rPr lang="de-DE" b="0" i="0" dirty="0"/>
            <a:t>Anxiety,</a:t>
          </a:r>
          <a:r>
            <a:rPr lang="en-GB" b="0" i="0" dirty="0"/>
            <a:t>Attention Deficit Hyperactivity Disorder(ADHD),</a:t>
          </a:r>
          <a:r>
            <a:rPr lang="de-DE" b="0" i="0" dirty="0"/>
            <a:t>Autism ,Bipolar disorder, Loneliness,  Dementia, Depression, Menopause ,OCD, Panic Attacks, Personality Disorder PTSD, Postnatal-Depression, Psychosis, Schizophrenia, Self - Harm ,Stress, Sucidal Thoughts, Trauma)</a:t>
          </a:r>
          <a:endParaRPr lang="en-US" dirty="0"/>
        </a:p>
      </dgm:t>
    </dgm:pt>
    <dgm:pt modelId="{16BB3FA7-69A7-4E6B-A2AE-A82E3BDDD0A6}" type="parTrans" cxnId="{503BE048-E89C-41A5-86BE-D80A984221DB}">
      <dgm:prSet/>
      <dgm:spPr/>
      <dgm:t>
        <a:bodyPr/>
        <a:lstStyle/>
        <a:p>
          <a:endParaRPr lang="en-US"/>
        </a:p>
      </dgm:t>
    </dgm:pt>
    <dgm:pt modelId="{7EBC31F1-608D-4A42-9E67-94D71BAB3F38}" type="sibTrans" cxnId="{503BE048-E89C-41A5-86BE-D80A984221DB}">
      <dgm:prSet/>
      <dgm:spPr/>
      <dgm:t>
        <a:bodyPr/>
        <a:lstStyle/>
        <a:p>
          <a:endParaRPr lang="en-US"/>
        </a:p>
      </dgm:t>
    </dgm:pt>
    <dgm:pt modelId="{5E63B716-B5B0-4685-8F45-9CFD9AF4FDD5}">
      <dgm:prSet/>
      <dgm:spPr/>
      <dgm:t>
        <a:bodyPr/>
        <a:lstStyle/>
        <a:p>
          <a:r>
            <a:rPr lang="de-DE" b="1" dirty="0"/>
            <a:t>Purpose:</a:t>
          </a:r>
          <a:r>
            <a:rPr lang="de-DE" dirty="0"/>
            <a:t> Train emotional tone detection &amp; generate chatbot responses.</a:t>
          </a:r>
          <a:endParaRPr lang="en-US" dirty="0"/>
        </a:p>
      </dgm:t>
    </dgm:pt>
    <dgm:pt modelId="{77378C5B-EB8A-49C3-8D73-2CC5730B2B61}" type="parTrans" cxnId="{25CC7B20-C5B0-4928-A433-8792126E2331}">
      <dgm:prSet/>
      <dgm:spPr/>
      <dgm:t>
        <a:bodyPr/>
        <a:lstStyle/>
        <a:p>
          <a:endParaRPr lang="en-US"/>
        </a:p>
      </dgm:t>
    </dgm:pt>
    <dgm:pt modelId="{D7E58C17-7A8A-4FAD-8045-CD14FC014C3B}" type="sibTrans" cxnId="{25CC7B20-C5B0-4928-A433-8792126E2331}">
      <dgm:prSet/>
      <dgm:spPr/>
      <dgm:t>
        <a:bodyPr/>
        <a:lstStyle/>
        <a:p>
          <a:endParaRPr lang="en-US"/>
        </a:p>
      </dgm:t>
    </dgm:pt>
    <dgm:pt modelId="{C6C54777-17AC-4A19-9DC4-2F59586264FC}">
      <dgm:prSet/>
      <dgm:spPr/>
      <dgm:t>
        <a:bodyPr/>
        <a:lstStyle/>
        <a:p>
          <a:r>
            <a:rPr lang="de-DE" b="1" dirty="0"/>
            <a:t>Processing:</a:t>
          </a:r>
          <a:endParaRPr lang="en-US" dirty="0"/>
        </a:p>
      </dgm:t>
    </dgm:pt>
    <dgm:pt modelId="{F189ED26-D5FC-4FAF-942B-EF2757FB2015}" type="parTrans" cxnId="{C48144A3-A522-4707-B972-32B0F43C4B60}">
      <dgm:prSet/>
      <dgm:spPr/>
      <dgm:t>
        <a:bodyPr/>
        <a:lstStyle/>
        <a:p>
          <a:endParaRPr lang="en-US"/>
        </a:p>
      </dgm:t>
    </dgm:pt>
    <dgm:pt modelId="{9FEA5400-28D9-47C1-A13A-60FF1953012A}" type="sibTrans" cxnId="{C48144A3-A522-4707-B972-32B0F43C4B60}">
      <dgm:prSet/>
      <dgm:spPr/>
      <dgm:t>
        <a:bodyPr/>
        <a:lstStyle/>
        <a:p>
          <a:endParaRPr lang="en-US"/>
        </a:p>
      </dgm:t>
    </dgm:pt>
    <dgm:pt modelId="{A0509F88-AAFE-4652-B1E3-FD280359AC9B}">
      <dgm:prSet/>
      <dgm:spPr/>
      <dgm:t>
        <a:bodyPr/>
        <a:lstStyle/>
        <a:p>
          <a:r>
            <a:rPr lang="de-DE"/>
            <a:t>Clean text data, no missing values.</a:t>
          </a:r>
          <a:endParaRPr lang="en-US"/>
        </a:p>
      </dgm:t>
    </dgm:pt>
    <dgm:pt modelId="{4977007C-1FA3-4AB6-8E15-5000B0087313}" type="parTrans" cxnId="{5662D929-2EBC-4C36-ADAC-E177F1B8DB4B}">
      <dgm:prSet/>
      <dgm:spPr/>
      <dgm:t>
        <a:bodyPr/>
        <a:lstStyle/>
        <a:p>
          <a:endParaRPr lang="en-US"/>
        </a:p>
      </dgm:t>
    </dgm:pt>
    <dgm:pt modelId="{F9986169-7ED3-45C4-9978-34F941A1C28D}" type="sibTrans" cxnId="{5662D929-2EBC-4C36-ADAC-E177F1B8DB4B}">
      <dgm:prSet/>
      <dgm:spPr/>
      <dgm:t>
        <a:bodyPr/>
        <a:lstStyle/>
        <a:p>
          <a:endParaRPr lang="en-US"/>
        </a:p>
      </dgm:t>
    </dgm:pt>
    <dgm:pt modelId="{E42C195B-EF87-44DA-8450-1BA514838360}">
      <dgm:prSet/>
      <dgm:spPr/>
      <dgm:t>
        <a:bodyPr/>
        <a:lstStyle/>
        <a:p>
          <a:r>
            <a:rPr lang="de-DE"/>
            <a:t>SentenceBERT embeddings for classification &amp; response modeling.</a:t>
          </a:r>
          <a:endParaRPr lang="en-US"/>
        </a:p>
      </dgm:t>
    </dgm:pt>
    <dgm:pt modelId="{5D4004BB-B5BD-4F02-91D8-33E10E90DE78}" type="parTrans" cxnId="{DFA18575-42DA-4DD1-BCE0-1612161177A4}">
      <dgm:prSet/>
      <dgm:spPr/>
      <dgm:t>
        <a:bodyPr/>
        <a:lstStyle/>
        <a:p>
          <a:endParaRPr lang="en-US"/>
        </a:p>
      </dgm:t>
    </dgm:pt>
    <dgm:pt modelId="{4493B1AE-F9E4-4B6C-8C05-7B7F417A5299}" type="sibTrans" cxnId="{DFA18575-42DA-4DD1-BCE0-1612161177A4}">
      <dgm:prSet/>
      <dgm:spPr/>
      <dgm:t>
        <a:bodyPr/>
        <a:lstStyle/>
        <a:p>
          <a:endParaRPr lang="en-US"/>
        </a:p>
      </dgm:t>
    </dgm:pt>
    <dgm:pt modelId="{16D0A0A8-C9EF-4DD1-A734-39DEEF11EFEA}">
      <dgm:prSet/>
      <dgm:spPr/>
      <dgm:t>
        <a:bodyPr/>
        <a:lstStyle/>
        <a:p>
          <a:r>
            <a:rPr lang="de-DE" b="1"/>
            <a:t>2. Demographic &amp; Behavioral Data</a:t>
          </a:r>
          <a:endParaRPr lang="en-US"/>
        </a:p>
      </dgm:t>
    </dgm:pt>
    <dgm:pt modelId="{F2919B57-5379-4901-BAE5-92AC3BED74FA}" type="parTrans" cxnId="{53DBDA3B-D527-44F2-A1EB-E4C0288CDCE9}">
      <dgm:prSet/>
      <dgm:spPr/>
      <dgm:t>
        <a:bodyPr/>
        <a:lstStyle/>
        <a:p>
          <a:endParaRPr lang="en-US"/>
        </a:p>
      </dgm:t>
    </dgm:pt>
    <dgm:pt modelId="{94516A1E-8CFB-40A2-9A4F-6D091D333A63}" type="sibTrans" cxnId="{53DBDA3B-D527-44F2-A1EB-E4C0288CDCE9}">
      <dgm:prSet/>
      <dgm:spPr/>
      <dgm:t>
        <a:bodyPr/>
        <a:lstStyle/>
        <a:p>
          <a:endParaRPr lang="en-US"/>
        </a:p>
      </dgm:t>
    </dgm:pt>
    <dgm:pt modelId="{9EE03B10-683F-4D49-B7D0-1DE936C641B7}">
      <dgm:prSet/>
      <dgm:spPr/>
      <dgm:t>
        <a:bodyPr/>
        <a:lstStyle/>
        <a:p>
          <a:r>
            <a:rPr lang="de-DE" b="1"/>
            <a:t>Features:</a:t>
          </a:r>
          <a:r>
            <a:rPr lang="de-DE"/>
            <a:t> Age, gender, occupation, diet quality, smoking, alcohol use, sleep hours, physical activity, stress level, social media use, consultation history, medication, work hours.</a:t>
          </a:r>
          <a:endParaRPr lang="en-US"/>
        </a:p>
      </dgm:t>
    </dgm:pt>
    <dgm:pt modelId="{6E46C681-2EE1-43BC-B443-9A56A1B19182}" type="parTrans" cxnId="{2BE5DAA4-DD5C-402B-9F95-3610812ABF2C}">
      <dgm:prSet/>
      <dgm:spPr/>
      <dgm:t>
        <a:bodyPr/>
        <a:lstStyle/>
        <a:p>
          <a:endParaRPr lang="en-US"/>
        </a:p>
      </dgm:t>
    </dgm:pt>
    <dgm:pt modelId="{F66410CA-0264-4F4A-A4E3-75075F635503}" type="sibTrans" cxnId="{2BE5DAA4-DD5C-402B-9F95-3610812ABF2C}">
      <dgm:prSet/>
      <dgm:spPr/>
      <dgm:t>
        <a:bodyPr/>
        <a:lstStyle/>
        <a:p>
          <a:endParaRPr lang="en-US"/>
        </a:p>
      </dgm:t>
    </dgm:pt>
    <dgm:pt modelId="{98B9CFF4-C072-4CF4-9498-26B52D99B01B}">
      <dgm:prSet/>
      <dgm:spPr/>
      <dgm:t>
        <a:bodyPr/>
        <a:lstStyle/>
        <a:p>
          <a:r>
            <a:rPr lang="de-DE" b="1"/>
            <a:t>Purpose:</a:t>
          </a:r>
          <a:r>
            <a:rPr lang="de-DE"/>
            <a:t> Train CatBoost model for multi-label classification &amp; risk prediction.</a:t>
          </a:r>
          <a:endParaRPr lang="en-US"/>
        </a:p>
      </dgm:t>
    </dgm:pt>
    <dgm:pt modelId="{B22CC6FA-1649-4FD8-9466-8CE536A8E2C5}" type="parTrans" cxnId="{7C287C7F-8762-4BFD-B27D-E987C80CF8F7}">
      <dgm:prSet/>
      <dgm:spPr/>
      <dgm:t>
        <a:bodyPr/>
        <a:lstStyle/>
        <a:p>
          <a:endParaRPr lang="en-US"/>
        </a:p>
      </dgm:t>
    </dgm:pt>
    <dgm:pt modelId="{03FD60C6-1812-4098-9A05-3D5249393B3F}" type="sibTrans" cxnId="{7C287C7F-8762-4BFD-B27D-E987C80CF8F7}">
      <dgm:prSet/>
      <dgm:spPr/>
      <dgm:t>
        <a:bodyPr/>
        <a:lstStyle/>
        <a:p>
          <a:endParaRPr lang="en-US"/>
        </a:p>
      </dgm:t>
    </dgm:pt>
    <dgm:pt modelId="{0B745842-988C-4646-B6E1-108B3BB9C546}">
      <dgm:prSet/>
      <dgm:spPr/>
      <dgm:t>
        <a:bodyPr/>
        <a:lstStyle/>
        <a:p>
          <a:r>
            <a:rPr lang="de-DE" b="1"/>
            <a:t>Preparation:</a:t>
          </a:r>
          <a:endParaRPr lang="en-US"/>
        </a:p>
      </dgm:t>
    </dgm:pt>
    <dgm:pt modelId="{5C2BD8D0-2F31-4457-AF56-39A94AA59267}" type="parTrans" cxnId="{549D461B-6ABC-4416-B134-971798EB660D}">
      <dgm:prSet/>
      <dgm:spPr/>
      <dgm:t>
        <a:bodyPr/>
        <a:lstStyle/>
        <a:p>
          <a:endParaRPr lang="en-US"/>
        </a:p>
      </dgm:t>
    </dgm:pt>
    <dgm:pt modelId="{63237602-8A8F-4D58-87B1-2D894263F2BB}" type="sibTrans" cxnId="{549D461B-6ABC-4416-B134-971798EB660D}">
      <dgm:prSet/>
      <dgm:spPr/>
      <dgm:t>
        <a:bodyPr/>
        <a:lstStyle/>
        <a:p>
          <a:endParaRPr lang="en-US"/>
        </a:p>
      </dgm:t>
    </dgm:pt>
    <dgm:pt modelId="{DC9C7D8A-C602-4897-A1F4-802FFCBB4662}">
      <dgm:prSet/>
      <dgm:spPr/>
      <dgm:t>
        <a:bodyPr/>
        <a:lstStyle/>
        <a:p>
          <a:r>
            <a:rPr lang="de-DE"/>
            <a:t>Handled missing severity values via mode imputation.</a:t>
          </a:r>
          <a:endParaRPr lang="en-US"/>
        </a:p>
      </dgm:t>
    </dgm:pt>
    <dgm:pt modelId="{4E509682-44FC-49B4-B4B8-03E121EC78EE}" type="parTrans" cxnId="{50739D3B-DC6B-4F22-947D-A53BF6A92DDD}">
      <dgm:prSet/>
      <dgm:spPr/>
      <dgm:t>
        <a:bodyPr/>
        <a:lstStyle/>
        <a:p>
          <a:endParaRPr lang="en-US"/>
        </a:p>
      </dgm:t>
    </dgm:pt>
    <dgm:pt modelId="{7EEA56A7-0C07-4973-B236-D186362EA2B3}" type="sibTrans" cxnId="{50739D3B-DC6B-4F22-947D-A53BF6A92DDD}">
      <dgm:prSet/>
      <dgm:spPr/>
      <dgm:t>
        <a:bodyPr/>
        <a:lstStyle/>
        <a:p>
          <a:endParaRPr lang="en-US"/>
        </a:p>
      </dgm:t>
    </dgm:pt>
    <dgm:pt modelId="{4143E906-3C12-4AB5-8093-97FBD9B0014A}">
      <dgm:prSet/>
      <dgm:spPr/>
      <dgm:t>
        <a:bodyPr/>
        <a:lstStyle/>
        <a:p>
          <a:r>
            <a:rPr lang="de-DE"/>
            <a:t>Normalized and encoded categorical variables.</a:t>
          </a:r>
          <a:endParaRPr lang="en-US"/>
        </a:p>
      </dgm:t>
    </dgm:pt>
    <dgm:pt modelId="{60EE884B-7C3D-4581-A3FA-7C5BEA7DE4AD}" type="parTrans" cxnId="{015ADB38-800F-4716-BDB4-E5522E7CAB23}">
      <dgm:prSet/>
      <dgm:spPr/>
      <dgm:t>
        <a:bodyPr/>
        <a:lstStyle/>
        <a:p>
          <a:endParaRPr lang="en-US"/>
        </a:p>
      </dgm:t>
    </dgm:pt>
    <dgm:pt modelId="{1516A48F-40F3-44AA-B747-38B1B40C6D61}" type="sibTrans" cxnId="{015ADB38-800F-4716-BDB4-E5522E7CAB23}">
      <dgm:prSet/>
      <dgm:spPr/>
      <dgm:t>
        <a:bodyPr/>
        <a:lstStyle/>
        <a:p>
          <a:endParaRPr lang="en-US"/>
        </a:p>
      </dgm:t>
    </dgm:pt>
    <dgm:pt modelId="{4C7541D9-2711-4B87-BF98-E3290F8C44E3}" type="pres">
      <dgm:prSet presAssocID="{F18055AE-60C6-4ED1-A983-6053849DD83F}" presName="linear" presStyleCnt="0">
        <dgm:presLayoutVars>
          <dgm:dir/>
          <dgm:animLvl val="lvl"/>
          <dgm:resizeHandles val="exact"/>
        </dgm:presLayoutVars>
      </dgm:prSet>
      <dgm:spPr/>
    </dgm:pt>
    <dgm:pt modelId="{9C041146-C170-44F1-A384-9CBA95FADA19}" type="pres">
      <dgm:prSet presAssocID="{064EF83E-C3B6-4F2B-BE77-618F8FAE43F1}" presName="parentLin" presStyleCnt="0"/>
      <dgm:spPr/>
    </dgm:pt>
    <dgm:pt modelId="{5A865C4E-2062-4D09-B02A-27F80A0E151E}" type="pres">
      <dgm:prSet presAssocID="{064EF83E-C3B6-4F2B-BE77-618F8FAE43F1}" presName="parentLeftMargin" presStyleLbl="node1" presStyleIdx="0" presStyleCnt="2"/>
      <dgm:spPr/>
    </dgm:pt>
    <dgm:pt modelId="{04A7651B-4F82-4FE3-9AA8-A9C099642B5E}" type="pres">
      <dgm:prSet presAssocID="{064EF83E-C3B6-4F2B-BE77-618F8FAE43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19691D8-AA5A-4693-A967-73466BDACFC7}" type="pres">
      <dgm:prSet presAssocID="{064EF83E-C3B6-4F2B-BE77-618F8FAE43F1}" presName="negativeSpace" presStyleCnt="0"/>
      <dgm:spPr/>
    </dgm:pt>
    <dgm:pt modelId="{042AF310-A2A7-4E3E-ABB5-4A7023AF354F}" type="pres">
      <dgm:prSet presAssocID="{064EF83E-C3B6-4F2B-BE77-618F8FAE43F1}" presName="childText" presStyleLbl="conFgAcc1" presStyleIdx="0" presStyleCnt="2" custScaleY="101101">
        <dgm:presLayoutVars>
          <dgm:bulletEnabled val="1"/>
        </dgm:presLayoutVars>
      </dgm:prSet>
      <dgm:spPr/>
    </dgm:pt>
    <dgm:pt modelId="{46CA8164-9B37-4B7A-8AD6-BE63EAA16016}" type="pres">
      <dgm:prSet presAssocID="{271CBDA7-1394-44C8-8437-764AF72BD82D}" presName="spaceBetweenRectangles" presStyleCnt="0"/>
      <dgm:spPr/>
    </dgm:pt>
    <dgm:pt modelId="{9B7ABFDF-B806-4F97-86E3-1C022E1B5ACB}" type="pres">
      <dgm:prSet presAssocID="{16D0A0A8-C9EF-4DD1-A734-39DEEF11EFEA}" presName="parentLin" presStyleCnt="0"/>
      <dgm:spPr/>
    </dgm:pt>
    <dgm:pt modelId="{FECEAD4E-58B2-4F22-ADE9-D9300114EA41}" type="pres">
      <dgm:prSet presAssocID="{16D0A0A8-C9EF-4DD1-A734-39DEEF11EFEA}" presName="parentLeftMargin" presStyleLbl="node1" presStyleIdx="0" presStyleCnt="2"/>
      <dgm:spPr/>
    </dgm:pt>
    <dgm:pt modelId="{EC05F30F-E3D0-49AF-9FC1-75E9CF3D531A}" type="pres">
      <dgm:prSet presAssocID="{16D0A0A8-C9EF-4DD1-A734-39DEEF11EFE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CFFD176-DBA1-409E-9A94-164B7E1DA938}" type="pres">
      <dgm:prSet presAssocID="{16D0A0A8-C9EF-4DD1-A734-39DEEF11EFEA}" presName="negativeSpace" presStyleCnt="0"/>
      <dgm:spPr/>
    </dgm:pt>
    <dgm:pt modelId="{1A139F90-21DE-41E5-AB03-6B668AF069C3}" type="pres">
      <dgm:prSet presAssocID="{16D0A0A8-C9EF-4DD1-A734-39DEEF11EFE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B47830E-82D2-4512-B275-23F683BFF16F}" type="presOf" srcId="{5203D0EA-D6F7-4DE4-A0BF-2F666EFCE7B5}" destId="{042AF310-A2A7-4E3E-ABB5-4A7023AF354F}" srcOrd="0" destOrd="0" presId="urn:microsoft.com/office/officeart/2005/8/layout/list1"/>
    <dgm:cxn modelId="{549D461B-6ABC-4416-B134-971798EB660D}" srcId="{16D0A0A8-C9EF-4DD1-A734-39DEEF11EFEA}" destId="{0B745842-988C-4646-B6E1-108B3BB9C546}" srcOrd="2" destOrd="0" parTransId="{5C2BD8D0-2F31-4457-AF56-39A94AA59267}" sibTransId="{63237602-8A8F-4D58-87B1-2D894263F2BB}"/>
    <dgm:cxn modelId="{25CC7B20-C5B0-4928-A433-8792126E2331}" srcId="{064EF83E-C3B6-4F2B-BE77-618F8FAE43F1}" destId="{5E63B716-B5B0-4685-8F45-9CFD9AF4FDD5}" srcOrd="1" destOrd="0" parTransId="{77378C5B-EB8A-49C3-8D73-2CC5730B2B61}" sibTransId="{D7E58C17-7A8A-4FAD-8045-CD14FC014C3B}"/>
    <dgm:cxn modelId="{91B8FE23-BA41-4D08-86C3-ED32E6E89070}" type="presOf" srcId="{E42C195B-EF87-44DA-8450-1BA514838360}" destId="{042AF310-A2A7-4E3E-ABB5-4A7023AF354F}" srcOrd="0" destOrd="4" presId="urn:microsoft.com/office/officeart/2005/8/layout/list1"/>
    <dgm:cxn modelId="{5662D929-2EBC-4C36-ADAC-E177F1B8DB4B}" srcId="{C6C54777-17AC-4A19-9DC4-2F59586264FC}" destId="{A0509F88-AAFE-4652-B1E3-FD280359AC9B}" srcOrd="0" destOrd="0" parTransId="{4977007C-1FA3-4AB6-8E15-5000B0087313}" sibTransId="{F9986169-7ED3-45C4-9978-34F941A1C28D}"/>
    <dgm:cxn modelId="{294C682E-CF6F-4E1C-96B6-7D60D870C9D4}" type="presOf" srcId="{98B9CFF4-C072-4CF4-9498-26B52D99B01B}" destId="{1A139F90-21DE-41E5-AB03-6B668AF069C3}" srcOrd="0" destOrd="1" presId="urn:microsoft.com/office/officeart/2005/8/layout/list1"/>
    <dgm:cxn modelId="{8B353433-C187-4A16-A06F-89CB1C39EB9D}" type="presOf" srcId="{16D0A0A8-C9EF-4DD1-A734-39DEEF11EFEA}" destId="{EC05F30F-E3D0-49AF-9FC1-75E9CF3D531A}" srcOrd="1" destOrd="0" presId="urn:microsoft.com/office/officeart/2005/8/layout/list1"/>
    <dgm:cxn modelId="{BE3AFD33-3307-4C6E-9E63-A74F5DE7F66C}" type="presOf" srcId="{9EE03B10-683F-4D49-B7D0-1DE936C641B7}" destId="{1A139F90-21DE-41E5-AB03-6B668AF069C3}" srcOrd="0" destOrd="0" presId="urn:microsoft.com/office/officeart/2005/8/layout/list1"/>
    <dgm:cxn modelId="{015ADB38-800F-4716-BDB4-E5522E7CAB23}" srcId="{0B745842-988C-4646-B6E1-108B3BB9C546}" destId="{4143E906-3C12-4AB5-8093-97FBD9B0014A}" srcOrd="1" destOrd="0" parTransId="{60EE884B-7C3D-4581-A3FA-7C5BEA7DE4AD}" sibTransId="{1516A48F-40F3-44AA-B747-38B1B40C6D61}"/>
    <dgm:cxn modelId="{50739D3B-DC6B-4F22-947D-A53BF6A92DDD}" srcId="{0B745842-988C-4646-B6E1-108B3BB9C546}" destId="{DC9C7D8A-C602-4897-A1F4-802FFCBB4662}" srcOrd="0" destOrd="0" parTransId="{4E509682-44FC-49B4-B4B8-03E121EC78EE}" sibTransId="{7EEA56A7-0C07-4973-B236-D186362EA2B3}"/>
    <dgm:cxn modelId="{53DBDA3B-D527-44F2-A1EB-E4C0288CDCE9}" srcId="{F18055AE-60C6-4ED1-A983-6053849DD83F}" destId="{16D0A0A8-C9EF-4DD1-A734-39DEEF11EFEA}" srcOrd="1" destOrd="0" parTransId="{F2919B57-5379-4901-BAE5-92AC3BED74FA}" sibTransId="{94516A1E-8CFB-40A2-9A4F-6D091D333A63}"/>
    <dgm:cxn modelId="{503BE048-E89C-41A5-86BE-D80A984221DB}" srcId="{064EF83E-C3B6-4F2B-BE77-618F8FAE43F1}" destId="{5203D0EA-D6F7-4DE4-A0BF-2F666EFCE7B5}" srcOrd="0" destOrd="0" parTransId="{16BB3FA7-69A7-4E6B-A2AE-A82E3BDDD0A6}" sibTransId="{7EBC31F1-608D-4A42-9E67-94D71BAB3F38}"/>
    <dgm:cxn modelId="{DFA18575-42DA-4DD1-BCE0-1612161177A4}" srcId="{C6C54777-17AC-4A19-9DC4-2F59586264FC}" destId="{E42C195B-EF87-44DA-8450-1BA514838360}" srcOrd="1" destOrd="0" parTransId="{5D4004BB-B5BD-4F02-91D8-33E10E90DE78}" sibTransId="{4493B1AE-F9E4-4B6C-8C05-7B7F417A5299}"/>
    <dgm:cxn modelId="{7C287C7F-8762-4BFD-B27D-E987C80CF8F7}" srcId="{16D0A0A8-C9EF-4DD1-A734-39DEEF11EFEA}" destId="{98B9CFF4-C072-4CF4-9498-26B52D99B01B}" srcOrd="1" destOrd="0" parTransId="{B22CC6FA-1649-4FD8-9466-8CE536A8E2C5}" sibTransId="{03FD60C6-1812-4098-9A05-3D5249393B3F}"/>
    <dgm:cxn modelId="{A162C999-B96C-4C47-BD74-2463201C38F8}" type="presOf" srcId="{16D0A0A8-C9EF-4DD1-A734-39DEEF11EFEA}" destId="{FECEAD4E-58B2-4F22-ADE9-D9300114EA41}" srcOrd="0" destOrd="0" presId="urn:microsoft.com/office/officeart/2005/8/layout/list1"/>
    <dgm:cxn modelId="{C48144A3-A522-4707-B972-32B0F43C4B60}" srcId="{064EF83E-C3B6-4F2B-BE77-618F8FAE43F1}" destId="{C6C54777-17AC-4A19-9DC4-2F59586264FC}" srcOrd="2" destOrd="0" parTransId="{F189ED26-D5FC-4FAF-942B-EF2757FB2015}" sibTransId="{9FEA5400-28D9-47C1-A13A-60FF1953012A}"/>
    <dgm:cxn modelId="{2BE5DAA4-DD5C-402B-9F95-3610812ABF2C}" srcId="{16D0A0A8-C9EF-4DD1-A734-39DEEF11EFEA}" destId="{9EE03B10-683F-4D49-B7D0-1DE936C641B7}" srcOrd="0" destOrd="0" parTransId="{6E46C681-2EE1-43BC-B443-9A56A1B19182}" sibTransId="{F66410CA-0264-4F4A-A4E3-75075F635503}"/>
    <dgm:cxn modelId="{613002A8-485C-4F82-9DDE-EE3C8424B3E2}" type="presOf" srcId="{4143E906-3C12-4AB5-8093-97FBD9B0014A}" destId="{1A139F90-21DE-41E5-AB03-6B668AF069C3}" srcOrd="0" destOrd="4" presId="urn:microsoft.com/office/officeart/2005/8/layout/list1"/>
    <dgm:cxn modelId="{B9E50AB1-C78A-45B5-9C6C-F52AC757CB0D}" type="presOf" srcId="{5E63B716-B5B0-4685-8F45-9CFD9AF4FDD5}" destId="{042AF310-A2A7-4E3E-ABB5-4A7023AF354F}" srcOrd="0" destOrd="1" presId="urn:microsoft.com/office/officeart/2005/8/layout/list1"/>
    <dgm:cxn modelId="{2841C8B9-974D-4089-9927-B8DF7BBD6488}" type="presOf" srcId="{064EF83E-C3B6-4F2B-BE77-618F8FAE43F1}" destId="{04A7651B-4F82-4FE3-9AA8-A9C099642B5E}" srcOrd="1" destOrd="0" presId="urn:microsoft.com/office/officeart/2005/8/layout/list1"/>
    <dgm:cxn modelId="{31D4ACBE-3DBE-4CF2-836A-145E5E7D4A80}" type="presOf" srcId="{A0509F88-AAFE-4652-B1E3-FD280359AC9B}" destId="{042AF310-A2A7-4E3E-ABB5-4A7023AF354F}" srcOrd="0" destOrd="3" presId="urn:microsoft.com/office/officeart/2005/8/layout/list1"/>
    <dgm:cxn modelId="{787EA4D8-2A74-406F-8C63-43250C766A83}" type="presOf" srcId="{F18055AE-60C6-4ED1-A983-6053849DD83F}" destId="{4C7541D9-2711-4B87-BF98-E3290F8C44E3}" srcOrd="0" destOrd="0" presId="urn:microsoft.com/office/officeart/2005/8/layout/list1"/>
    <dgm:cxn modelId="{DA4FE3E2-6BDB-42B3-B39A-C0E95127875D}" type="presOf" srcId="{DC9C7D8A-C602-4897-A1F4-802FFCBB4662}" destId="{1A139F90-21DE-41E5-AB03-6B668AF069C3}" srcOrd="0" destOrd="3" presId="urn:microsoft.com/office/officeart/2005/8/layout/list1"/>
    <dgm:cxn modelId="{207A7AE5-9CF0-4FA6-BE16-B0685C1A5015}" type="presOf" srcId="{064EF83E-C3B6-4F2B-BE77-618F8FAE43F1}" destId="{5A865C4E-2062-4D09-B02A-27F80A0E151E}" srcOrd="0" destOrd="0" presId="urn:microsoft.com/office/officeart/2005/8/layout/list1"/>
    <dgm:cxn modelId="{2463DFEB-EB61-40C4-88B2-3D2428DFA07E}" srcId="{F18055AE-60C6-4ED1-A983-6053849DD83F}" destId="{064EF83E-C3B6-4F2B-BE77-618F8FAE43F1}" srcOrd="0" destOrd="0" parTransId="{DD9A9530-2C3F-469A-84E0-CC14F0A8D6E8}" sibTransId="{271CBDA7-1394-44C8-8437-764AF72BD82D}"/>
    <dgm:cxn modelId="{C5020DF3-A597-4808-A9FE-B88A75C5B2C9}" type="presOf" srcId="{C6C54777-17AC-4A19-9DC4-2F59586264FC}" destId="{042AF310-A2A7-4E3E-ABB5-4A7023AF354F}" srcOrd="0" destOrd="2" presId="urn:microsoft.com/office/officeart/2005/8/layout/list1"/>
    <dgm:cxn modelId="{E607C4FC-5420-4F1F-9571-82216052CF46}" type="presOf" srcId="{0B745842-988C-4646-B6E1-108B3BB9C546}" destId="{1A139F90-21DE-41E5-AB03-6B668AF069C3}" srcOrd="0" destOrd="2" presId="urn:microsoft.com/office/officeart/2005/8/layout/list1"/>
    <dgm:cxn modelId="{326943D3-9132-4950-AD4A-095BAAC142E3}" type="presParOf" srcId="{4C7541D9-2711-4B87-BF98-E3290F8C44E3}" destId="{9C041146-C170-44F1-A384-9CBA95FADA19}" srcOrd="0" destOrd="0" presId="urn:microsoft.com/office/officeart/2005/8/layout/list1"/>
    <dgm:cxn modelId="{929CC456-8ECF-44CD-A122-AEB91ACE4090}" type="presParOf" srcId="{9C041146-C170-44F1-A384-9CBA95FADA19}" destId="{5A865C4E-2062-4D09-B02A-27F80A0E151E}" srcOrd="0" destOrd="0" presId="urn:microsoft.com/office/officeart/2005/8/layout/list1"/>
    <dgm:cxn modelId="{EB2ABF21-DB51-414C-994B-35DFB939DD82}" type="presParOf" srcId="{9C041146-C170-44F1-A384-9CBA95FADA19}" destId="{04A7651B-4F82-4FE3-9AA8-A9C099642B5E}" srcOrd="1" destOrd="0" presId="urn:microsoft.com/office/officeart/2005/8/layout/list1"/>
    <dgm:cxn modelId="{A929AEED-2992-48A3-AD6F-7778E99FA696}" type="presParOf" srcId="{4C7541D9-2711-4B87-BF98-E3290F8C44E3}" destId="{519691D8-AA5A-4693-A967-73466BDACFC7}" srcOrd="1" destOrd="0" presId="urn:microsoft.com/office/officeart/2005/8/layout/list1"/>
    <dgm:cxn modelId="{1C1C1743-21C9-4095-808E-2B14983FA790}" type="presParOf" srcId="{4C7541D9-2711-4B87-BF98-E3290F8C44E3}" destId="{042AF310-A2A7-4E3E-ABB5-4A7023AF354F}" srcOrd="2" destOrd="0" presId="urn:microsoft.com/office/officeart/2005/8/layout/list1"/>
    <dgm:cxn modelId="{66B374FA-90E4-46DE-A426-CDFED1E025FC}" type="presParOf" srcId="{4C7541D9-2711-4B87-BF98-E3290F8C44E3}" destId="{46CA8164-9B37-4B7A-8AD6-BE63EAA16016}" srcOrd="3" destOrd="0" presId="urn:microsoft.com/office/officeart/2005/8/layout/list1"/>
    <dgm:cxn modelId="{1FB5C9BE-7A82-494B-A504-CFBA62EE2DC6}" type="presParOf" srcId="{4C7541D9-2711-4B87-BF98-E3290F8C44E3}" destId="{9B7ABFDF-B806-4F97-86E3-1C022E1B5ACB}" srcOrd="4" destOrd="0" presId="urn:microsoft.com/office/officeart/2005/8/layout/list1"/>
    <dgm:cxn modelId="{D765A7B8-8D3E-4802-B63F-58A652EEB3F0}" type="presParOf" srcId="{9B7ABFDF-B806-4F97-86E3-1C022E1B5ACB}" destId="{FECEAD4E-58B2-4F22-ADE9-D9300114EA41}" srcOrd="0" destOrd="0" presId="urn:microsoft.com/office/officeart/2005/8/layout/list1"/>
    <dgm:cxn modelId="{8334EEC5-49D3-48D4-8F5C-2363D2C225F8}" type="presParOf" srcId="{9B7ABFDF-B806-4F97-86E3-1C022E1B5ACB}" destId="{EC05F30F-E3D0-49AF-9FC1-75E9CF3D531A}" srcOrd="1" destOrd="0" presId="urn:microsoft.com/office/officeart/2005/8/layout/list1"/>
    <dgm:cxn modelId="{3B7A7FBD-565D-40E7-B6FF-F7187416786A}" type="presParOf" srcId="{4C7541D9-2711-4B87-BF98-E3290F8C44E3}" destId="{ECFFD176-DBA1-409E-9A94-164B7E1DA938}" srcOrd="5" destOrd="0" presId="urn:microsoft.com/office/officeart/2005/8/layout/list1"/>
    <dgm:cxn modelId="{EAE4BBA2-970A-4D17-A1B4-583C35C99CAC}" type="presParOf" srcId="{4C7541D9-2711-4B87-BF98-E3290F8C44E3}" destId="{1A139F90-21DE-41E5-AB03-6B668AF069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A0769A-62BE-40E4-84AF-E4604B7F2F3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E316731-1AF7-4E74-8320-306D21D25DA7}">
      <dgm:prSet/>
      <dgm:spPr/>
      <dgm:t>
        <a:bodyPr/>
        <a:lstStyle/>
        <a:p>
          <a:r>
            <a:rPr lang="de-DE" b="1"/>
            <a:t>1. Text-Based Modeling</a:t>
          </a:r>
          <a:endParaRPr lang="en-US"/>
        </a:p>
      </dgm:t>
    </dgm:pt>
    <dgm:pt modelId="{A2F57119-F9D6-4747-8586-EF99F66C635B}" type="parTrans" cxnId="{1A13BA6E-A3F7-46EC-A294-49915DBF4A01}">
      <dgm:prSet/>
      <dgm:spPr/>
      <dgm:t>
        <a:bodyPr/>
        <a:lstStyle/>
        <a:p>
          <a:endParaRPr lang="en-US"/>
        </a:p>
      </dgm:t>
    </dgm:pt>
    <dgm:pt modelId="{AFB27561-3A02-4908-8960-4076CCFB4098}" type="sibTrans" cxnId="{1A13BA6E-A3F7-46EC-A294-49915DBF4A01}">
      <dgm:prSet/>
      <dgm:spPr/>
      <dgm:t>
        <a:bodyPr/>
        <a:lstStyle/>
        <a:p>
          <a:endParaRPr lang="en-US"/>
        </a:p>
      </dgm:t>
    </dgm:pt>
    <dgm:pt modelId="{1C82D1AF-8710-48DD-BEF7-B6248FF676AD}">
      <dgm:prSet/>
      <dgm:spPr/>
      <dgm:t>
        <a:bodyPr/>
        <a:lstStyle/>
        <a:p>
          <a:r>
            <a:rPr lang="de-DE" b="1" dirty="0"/>
            <a:t>Input:</a:t>
          </a:r>
          <a:r>
            <a:rPr lang="de-DE" dirty="0"/>
            <a:t> User symptom descriptions &amp; journal entries</a:t>
          </a:r>
          <a:endParaRPr lang="en-US" dirty="0"/>
        </a:p>
      </dgm:t>
    </dgm:pt>
    <dgm:pt modelId="{F9EB0FEF-2909-42BF-B3F0-89AFA771DE59}" type="parTrans" cxnId="{A8CC6B00-C65B-4633-BA0B-DBBB8CF2802E}">
      <dgm:prSet/>
      <dgm:spPr/>
      <dgm:t>
        <a:bodyPr/>
        <a:lstStyle/>
        <a:p>
          <a:endParaRPr lang="en-US"/>
        </a:p>
      </dgm:t>
    </dgm:pt>
    <dgm:pt modelId="{B6780866-A820-4683-8BA6-77D6FDB3195D}" type="sibTrans" cxnId="{A8CC6B00-C65B-4633-BA0B-DBBB8CF2802E}">
      <dgm:prSet/>
      <dgm:spPr/>
      <dgm:t>
        <a:bodyPr/>
        <a:lstStyle/>
        <a:p>
          <a:endParaRPr lang="en-US"/>
        </a:p>
      </dgm:t>
    </dgm:pt>
    <dgm:pt modelId="{89513E86-8D16-4394-9EF9-2FC43DE2AFA9}">
      <dgm:prSet/>
      <dgm:spPr/>
      <dgm:t>
        <a:bodyPr/>
        <a:lstStyle/>
        <a:p>
          <a:r>
            <a:rPr lang="de-DE" b="1"/>
            <a:t>Processing:</a:t>
          </a:r>
          <a:r>
            <a:rPr lang="de-DE"/>
            <a:t> SentenceBERT embeddings → Multi-label classifier</a:t>
          </a:r>
          <a:endParaRPr lang="en-US"/>
        </a:p>
      </dgm:t>
    </dgm:pt>
    <dgm:pt modelId="{3B8DB808-316C-44F4-BD25-9D799E6B36A6}" type="parTrans" cxnId="{5D770539-D392-4ABB-9D8B-AA89E1DF4CC5}">
      <dgm:prSet/>
      <dgm:spPr/>
      <dgm:t>
        <a:bodyPr/>
        <a:lstStyle/>
        <a:p>
          <a:endParaRPr lang="en-US"/>
        </a:p>
      </dgm:t>
    </dgm:pt>
    <dgm:pt modelId="{93B3CBDA-1FEC-4478-A312-7119B15A0323}" type="sibTrans" cxnId="{5D770539-D392-4ABB-9D8B-AA89E1DF4CC5}">
      <dgm:prSet/>
      <dgm:spPr/>
      <dgm:t>
        <a:bodyPr/>
        <a:lstStyle/>
        <a:p>
          <a:endParaRPr lang="en-US"/>
        </a:p>
      </dgm:t>
    </dgm:pt>
    <dgm:pt modelId="{7613CCAA-42F3-4F13-9E0B-E91D6D552632}">
      <dgm:prSet/>
      <dgm:spPr/>
      <dgm:t>
        <a:bodyPr/>
        <a:lstStyle/>
        <a:p>
          <a:r>
            <a:rPr lang="de-DE" b="1"/>
            <a:t>Goal:</a:t>
          </a:r>
          <a:r>
            <a:rPr lang="de-DE"/>
            <a:t> Detect conditions like depression, anxiety, burnout</a:t>
          </a:r>
          <a:endParaRPr lang="en-US"/>
        </a:p>
      </dgm:t>
    </dgm:pt>
    <dgm:pt modelId="{930D065E-42BF-46ED-8F63-3FB4AEF59DA9}" type="parTrans" cxnId="{9E461040-4F68-475F-BFE6-7440A46E99E5}">
      <dgm:prSet/>
      <dgm:spPr/>
      <dgm:t>
        <a:bodyPr/>
        <a:lstStyle/>
        <a:p>
          <a:endParaRPr lang="en-US"/>
        </a:p>
      </dgm:t>
    </dgm:pt>
    <dgm:pt modelId="{62FFB11C-EBB0-456D-9306-00B1AB016B7D}" type="sibTrans" cxnId="{9E461040-4F68-475F-BFE6-7440A46E99E5}">
      <dgm:prSet/>
      <dgm:spPr/>
      <dgm:t>
        <a:bodyPr/>
        <a:lstStyle/>
        <a:p>
          <a:endParaRPr lang="en-US"/>
        </a:p>
      </dgm:t>
    </dgm:pt>
    <dgm:pt modelId="{9C2C1428-7985-48EB-ABC6-271AF138F8A7}">
      <dgm:prSet/>
      <dgm:spPr/>
      <dgm:t>
        <a:bodyPr/>
        <a:lstStyle/>
        <a:p>
          <a:r>
            <a:rPr lang="de-DE" b="1" dirty="0"/>
            <a:t>Integration:</a:t>
          </a:r>
          <a:r>
            <a:rPr lang="de-DE" dirty="0"/>
            <a:t> Empathetic chatbot offering condition-specific suggestion.</a:t>
          </a:r>
          <a:endParaRPr lang="en-US" dirty="0"/>
        </a:p>
      </dgm:t>
    </dgm:pt>
    <dgm:pt modelId="{40085295-15DB-48A3-BFCE-8CF371704ACC}" type="parTrans" cxnId="{169C4C2B-2F2E-4BA9-BA67-DD14BC225246}">
      <dgm:prSet/>
      <dgm:spPr/>
      <dgm:t>
        <a:bodyPr/>
        <a:lstStyle/>
        <a:p>
          <a:endParaRPr lang="en-US"/>
        </a:p>
      </dgm:t>
    </dgm:pt>
    <dgm:pt modelId="{3A363832-65D1-4FB1-917F-110E5416216A}" type="sibTrans" cxnId="{169C4C2B-2F2E-4BA9-BA67-DD14BC225246}">
      <dgm:prSet/>
      <dgm:spPr/>
      <dgm:t>
        <a:bodyPr/>
        <a:lstStyle/>
        <a:p>
          <a:endParaRPr lang="en-US"/>
        </a:p>
      </dgm:t>
    </dgm:pt>
    <dgm:pt modelId="{F8C63DB3-00D1-406D-B5DE-A42CB27D6E43}">
      <dgm:prSet/>
      <dgm:spPr/>
      <dgm:t>
        <a:bodyPr/>
        <a:lstStyle/>
        <a:p>
          <a:r>
            <a:rPr lang="de-DE" b="1"/>
            <a:t>2. Structured Data Modeling</a:t>
          </a:r>
          <a:endParaRPr lang="en-US"/>
        </a:p>
      </dgm:t>
    </dgm:pt>
    <dgm:pt modelId="{5D4659C3-5E0D-4584-8B7C-32A2060871A2}" type="parTrans" cxnId="{598D3985-A101-4D33-B17E-FA154B4E67D7}">
      <dgm:prSet/>
      <dgm:spPr/>
      <dgm:t>
        <a:bodyPr/>
        <a:lstStyle/>
        <a:p>
          <a:endParaRPr lang="en-US"/>
        </a:p>
      </dgm:t>
    </dgm:pt>
    <dgm:pt modelId="{2B47A641-6AA1-485E-BAE5-31B922A8CCD8}" type="sibTrans" cxnId="{598D3985-A101-4D33-B17E-FA154B4E67D7}">
      <dgm:prSet/>
      <dgm:spPr/>
      <dgm:t>
        <a:bodyPr/>
        <a:lstStyle/>
        <a:p>
          <a:endParaRPr lang="en-US"/>
        </a:p>
      </dgm:t>
    </dgm:pt>
    <dgm:pt modelId="{1DE62301-3948-4483-AE0E-55BAA555E690}">
      <dgm:prSet/>
      <dgm:spPr/>
      <dgm:t>
        <a:bodyPr/>
        <a:lstStyle/>
        <a:p>
          <a:r>
            <a:rPr lang="de-DE" b="1" dirty="0"/>
            <a:t>Input:</a:t>
          </a:r>
          <a:r>
            <a:rPr lang="de-DE" dirty="0"/>
            <a:t> 13 behavioral &amp; demographic features (age, gender, occupation, alcohol, smoking, sleep, physical activity, stress, etc.)</a:t>
          </a:r>
          <a:endParaRPr lang="en-US" dirty="0"/>
        </a:p>
      </dgm:t>
    </dgm:pt>
    <dgm:pt modelId="{8E43AF55-18D8-4639-8871-C841CE76E03B}" type="parTrans" cxnId="{E7859772-7FAC-4C63-B573-DEC1D7588CE4}">
      <dgm:prSet/>
      <dgm:spPr/>
      <dgm:t>
        <a:bodyPr/>
        <a:lstStyle/>
        <a:p>
          <a:endParaRPr lang="en-US"/>
        </a:p>
      </dgm:t>
    </dgm:pt>
    <dgm:pt modelId="{AB2438A0-396D-4063-A185-53E28C16BB84}" type="sibTrans" cxnId="{E7859772-7FAC-4C63-B573-DEC1D7588CE4}">
      <dgm:prSet/>
      <dgm:spPr/>
      <dgm:t>
        <a:bodyPr/>
        <a:lstStyle/>
        <a:p>
          <a:endParaRPr lang="en-US"/>
        </a:p>
      </dgm:t>
    </dgm:pt>
    <dgm:pt modelId="{3999C502-0115-4424-8D41-42CC6623918E}">
      <dgm:prSet/>
      <dgm:spPr/>
      <dgm:t>
        <a:bodyPr/>
        <a:lstStyle/>
        <a:p>
          <a:r>
            <a:rPr lang="de-DE" b="1"/>
            <a:t>Models:</a:t>
          </a:r>
          <a:r>
            <a:rPr lang="de-DE"/>
            <a:t> Stacked Gradient Boosting + CatBoost (also LightGBM in ensemble)</a:t>
          </a:r>
          <a:endParaRPr lang="en-US"/>
        </a:p>
      </dgm:t>
    </dgm:pt>
    <dgm:pt modelId="{93396666-0ED8-484C-BD8F-821DE23232FB}" type="parTrans" cxnId="{3D6BAE96-F968-457B-8786-6ED44C64E179}">
      <dgm:prSet/>
      <dgm:spPr/>
      <dgm:t>
        <a:bodyPr/>
        <a:lstStyle/>
        <a:p>
          <a:endParaRPr lang="en-US"/>
        </a:p>
      </dgm:t>
    </dgm:pt>
    <dgm:pt modelId="{299B817E-25E0-41CB-8FA7-D3C296EFCD38}" type="sibTrans" cxnId="{3D6BAE96-F968-457B-8786-6ED44C64E179}">
      <dgm:prSet/>
      <dgm:spPr/>
      <dgm:t>
        <a:bodyPr/>
        <a:lstStyle/>
        <a:p>
          <a:endParaRPr lang="en-US"/>
        </a:p>
      </dgm:t>
    </dgm:pt>
    <dgm:pt modelId="{96C4E92B-B865-454B-9518-B1C0D880BA96}">
      <dgm:prSet/>
      <dgm:spPr/>
      <dgm:t>
        <a:bodyPr/>
        <a:lstStyle/>
        <a:p>
          <a:r>
            <a:rPr lang="de-DE" b="1" dirty="0"/>
            <a:t>Target:</a:t>
          </a:r>
          <a:r>
            <a:rPr lang="de-DE" dirty="0"/>
            <a:t> Multi-label classification + severity prediction (mild, moderate, severe)</a:t>
          </a:r>
          <a:endParaRPr lang="en-US" dirty="0"/>
        </a:p>
      </dgm:t>
    </dgm:pt>
    <dgm:pt modelId="{353BC288-B00B-4052-B22D-2656DC1E440C}" type="parTrans" cxnId="{F185D5D5-6026-4076-B5E0-52862A47D67C}">
      <dgm:prSet/>
      <dgm:spPr/>
      <dgm:t>
        <a:bodyPr/>
        <a:lstStyle/>
        <a:p>
          <a:endParaRPr lang="en-US"/>
        </a:p>
      </dgm:t>
    </dgm:pt>
    <dgm:pt modelId="{97C91A3F-CD69-4473-9889-9F675DC9EEF0}" type="sibTrans" cxnId="{F185D5D5-6026-4076-B5E0-52862A47D67C}">
      <dgm:prSet/>
      <dgm:spPr/>
      <dgm:t>
        <a:bodyPr/>
        <a:lstStyle/>
        <a:p>
          <a:endParaRPr lang="en-US"/>
        </a:p>
      </dgm:t>
    </dgm:pt>
    <dgm:pt modelId="{35633607-3931-4532-99CD-70350BE4C394}">
      <dgm:prSet/>
      <dgm:spPr/>
      <dgm:t>
        <a:bodyPr/>
        <a:lstStyle/>
        <a:p>
          <a:r>
            <a:rPr lang="en-US" dirty="0"/>
            <a:t> Average Severity Precision; 0.667,  </a:t>
          </a:r>
        </a:p>
      </dgm:t>
    </dgm:pt>
    <dgm:pt modelId="{9BF9B096-CC85-41D4-A714-944322754382}" type="parTrans" cxnId="{A2D0C8DD-0972-4311-B402-62E620F46E2D}">
      <dgm:prSet/>
      <dgm:spPr/>
      <dgm:t>
        <a:bodyPr/>
        <a:lstStyle/>
        <a:p>
          <a:endParaRPr lang="en-KE"/>
        </a:p>
      </dgm:t>
    </dgm:pt>
    <dgm:pt modelId="{5BFA891C-FB78-4EBC-A72D-7F7BEF2986F2}" type="sibTrans" cxnId="{A2D0C8DD-0972-4311-B402-62E620F46E2D}">
      <dgm:prSet/>
      <dgm:spPr/>
      <dgm:t>
        <a:bodyPr/>
        <a:lstStyle/>
        <a:p>
          <a:endParaRPr lang="en-KE"/>
        </a:p>
      </dgm:t>
    </dgm:pt>
    <dgm:pt modelId="{B18F83D8-0FF8-4763-98D9-DE3A25875734}">
      <dgm:prSet/>
      <dgm:spPr/>
      <dgm:t>
        <a:bodyPr/>
        <a:lstStyle/>
        <a:p>
          <a:r>
            <a:rPr lang="en-US" dirty="0"/>
            <a:t> Average Severity Recall;  1</a:t>
          </a:r>
        </a:p>
      </dgm:t>
    </dgm:pt>
    <dgm:pt modelId="{557CA20A-415E-4C07-9741-45A5152958A9}" type="parTrans" cxnId="{7A1B12F2-5B3B-41B3-99E1-BAFC4BAE7A51}">
      <dgm:prSet/>
      <dgm:spPr/>
      <dgm:t>
        <a:bodyPr/>
        <a:lstStyle/>
        <a:p>
          <a:endParaRPr lang="en-KE"/>
        </a:p>
      </dgm:t>
    </dgm:pt>
    <dgm:pt modelId="{8175D9B8-0F70-408E-BD89-F6038ABF49B7}" type="sibTrans" cxnId="{7A1B12F2-5B3B-41B3-99E1-BAFC4BAE7A51}">
      <dgm:prSet/>
      <dgm:spPr/>
      <dgm:t>
        <a:bodyPr/>
        <a:lstStyle/>
        <a:p>
          <a:endParaRPr lang="en-KE"/>
        </a:p>
      </dgm:t>
    </dgm:pt>
    <dgm:pt modelId="{A363A993-6E85-4647-A0B6-1E42CB5E05AF}">
      <dgm:prSet/>
      <dgm:spPr/>
      <dgm:t>
        <a:bodyPr/>
        <a:lstStyle/>
        <a:p>
          <a:r>
            <a:rPr lang="de-DE" b="1" dirty="0"/>
            <a:t>Evaluation Metrics.</a:t>
          </a:r>
          <a:endParaRPr lang="en-US" dirty="0"/>
        </a:p>
      </dgm:t>
    </dgm:pt>
    <dgm:pt modelId="{167460CB-717E-444C-A404-FEC75FE8470B}" type="parTrans" cxnId="{E5ABF86A-CDF9-4464-92B4-C163A738D42B}">
      <dgm:prSet/>
      <dgm:spPr/>
      <dgm:t>
        <a:bodyPr/>
        <a:lstStyle/>
        <a:p>
          <a:endParaRPr lang="en-KE"/>
        </a:p>
      </dgm:t>
    </dgm:pt>
    <dgm:pt modelId="{AEB000C3-0F98-4096-A5CA-42D0CFF60B08}" type="sibTrans" cxnId="{E5ABF86A-CDF9-4464-92B4-C163A738D42B}">
      <dgm:prSet/>
      <dgm:spPr/>
      <dgm:t>
        <a:bodyPr/>
        <a:lstStyle/>
        <a:p>
          <a:endParaRPr lang="en-KE"/>
        </a:p>
      </dgm:t>
    </dgm:pt>
    <dgm:pt modelId="{0919C28A-DBE3-4541-B458-AE8D50DB24AF}">
      <dgm:prSet/>
      <dgm:spPr/>
      <dgm:t>
        <a:bodyPr/>
        <a:lstStyle/>
        <a:p>
          <a:endParaRPr lang="en-US" dirty="0"/>
        </a:p>
      </dgm:t>
    </dgm:pt>
    <dgm:pt modelId="{E6695135-590D-41EE-9E9C-15EA996806E5}" type="parTrans" cxnId="{3F6FD1C3-C557-4E22-932F-6850A94A2FA0}">
      <dgm:prSet/>
      <dgm:spPr/>
      <dgm:t>
        <a:bodyPr/>
        <a:lstStyle/>
        <a:p>
          <a:endParaRPr lang="en-KE"/>
        </a:p>
      </dgm:t>
    </dgm:pt>
    <dgm:pt modelId="{3AF2DDFC-0F43-48FC-9EAC-EA6B78065341}" type="sibTrans" cxnId="{3F6FD1C3-C557-4E22-932F-6850A94A2FA0}">
      <dgm:prSet/>
      <dgm:spPr/>
      <dgm:t>
        <a:bodyPr/>
        <a:lstStyle/>
        <a:p>
          <a:endParaRPr lang="en-KE"/>
        </a:p>
      </dgm:t>
    </dgm:pt>
    <dgm:pt modelId="{8E8651D9-BB5A-470A-B2F3-E49A1CFABF19}" type="pres">
      <dgm:prSet presAssocID="{EFA0769A-62BE-40E4-84AF-E4604B7F2F33}" presName="linear" presStyleCnt="0">
        <dgm:presLayoutVars>
          <dgm:dir/>
          <dgm:animLvl val="lvl"/>
          <dgm:resizeHandles val="exact"/>
        </dgm:presLayoutVars>
      </dgm:prSet>
      <dgm:spPr/>
    </dgm:pt>
    <dgm:pt modelId="{2C331308-FA83-4681-BBBD-592E93E36D14}" type="pres">
      <dgm:prSet presAssocID="{1E316731-1AF7-4E74-8320-306D21D25DA7}" presName="parentLin" presStyleCnt="0"/>
      <dgm:spPr/>
    </dgm:pt>
    <dgm:pt modelId="{983D535A-CBFE-434F-8F8D-649E6B06459E}" type="pres">
      <dgm:prSet presAssocID="{1E316731-1AF7-4E74-8320-306D21D25DA7}" presName="parentLeftMargin" presStyleLbl="node1" presStyleIdx="0" presStyleCnt="2"/>
      <dgm:spPr/>
    </dgm:pt>
    <dgm:pt modelId="{A6FF1E0E-9EEE-4595-BE8B-EC0E85A46844}" type="pres">
      <dgm:prSet presAssocID="{1E316731-1AF7-4E74-8320-306D21D25DA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A9E4C30-7EC9-4EB4-9FA3-94D407BBE3BF}" type="pres">
      <dgm:prSet presAssocID="{1E316731-1AF7-4E74-8320-306D21D25DA7}" presName="negativeSpace" presStyleCnt="0"/>
      <dgm:spPr/>
    </dgm:pt>
    <dgm:pt modelId="{03F93F19-5D04-49AE-9F0D-D2964805A129}" type="pres">
      <dgm:prSet presAssocID="{1E316731-1AF7-4E74-8320-306D21D25DA7}" presName="childText" presStyleLbl="conFgAcc1" presStyleIdx="0" presStyleCnt="2">
        <dgm:presLayoutVars>
          <dgm:bulletEnabled val="1"/>
        </dgm:presLayoutVars>
      </dgm:prSet>
      <dgm:spPr/>
    </dgm:pt>
    <dgm:pt modelId="{A168BBDC-57F6-4FEA-8019-2EB13F105468}" type="pres">
      <dgm:prSet presAssocID="{AFB27561-3A02-4908-8960-4076CCFB4098}" presName="spaceBetweenRectangles" presStyleCnt="0"/>
      <dgm:spPr/>
    </dgm:pt>
    <dgm:pt modelId="{C1A01F6C-4F23-4C2F-B9D5-9DAC08B24F05}" type="pres">
      <dgm:prSet presAssocID="{F8C63DB3-00D1-406D-B5DE-A42CB27D6E43}" presName="parentLin" presStyleCnt="0"/>
      <dgm:spPr/>
    </dgm:pt>
    <dgm:pt modelId="{70E3A173-AAEF-4178-8229-EBC410A69BF8}" type="pres">
      <dgm:prSet presAssocID="{F8C63DB3-00D1-406D-B5DE-A42CB27D6E43}" presName="parentLeftMargin" presStyleLbl="node1" presStyleIdx="0" presStyleCnt="2"/>
      <dgm:spPr/>
    </dgm:pt>
    <dgm:pt modelId="{D2C602DA-874C-4085-8645-F964B27625BD}" type="pres">
      <dgm:prSet presAssocID="{F8C63DB3-00D1-406D-B5DE-A42CB27D6E4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1D447E6-C145-4C14-9418-FD7364992885}" type="pres">
      <dgm:prSet presAssocID="{F8C63DB3-00D1-406D-B5DE-A42CB27D6E43}" presName="negativeSpace" presStyleCnt="0"/>
      <dgm:spPr/>
    </dgm:pt>
    <dgm:pt modelId="{402598F9-8770-4388-A0A9-781538160DAF}" type="pres">
      <dgm:prSet presAssocID="{F8C63DB3-00D1-406D-B5DE-A42CB27D6E43}" presName="childText" presStyleLbl="conFgAcc1" presStyleIdx="1" presStyleCnt="2" custScaleY="124344">
        <dgm:presLayoutVars>
          <dgm:bulletEnabled val="1"/>
        </dgm:presLayoutVars>
      </dgm:prSet>
      <dgm:spPr/>
    </dgm:pt>
  </dgm:ptLst>
  <dgm:cxnLst>
    <dgm:cxn modelId="{A8CC6B00-C65B-4633-BA0B-DBBB8CF2802E}" srcId="{1E316731-1AF7-4E74-8320-306D21D25DA7}" destId="{1C82D1AF-8710-48DD-BEF7-B6248FF676AD}" srcOrd="0" destOrd="0" parTransId="{F9EB0FEF-2909-42BF-B3F0-89AFA771DE59}" sibTransId="{B6780866-A820-4683-8BA6-77D6FDB3195D}"/>
    <dgm:cxn modelId="{0C6A2E0B-F794-4D60-8125-0D2D7D33D3F4}" type="presOf" srcId="{3999C502-0115-4424-8D41-42CC6623918E}" destId="{402598F9-8770-4388-A0A9-781538160DAF}" srcOrd="0" destOrd="1" presId="urn:microsoft.com/office/officeart/2005/8/layout/list1"/>
    <dgm:cxn modelId="{06F7E70B-D72C-41DA-BBC9-8C98A69314B3}" type="presOf" srcId="{96C4E92B-B865-454B-9518-B1C0D880BA96}" destId="{402598F9-8770-4388-A0A9-781538160DAF}" srcOrd="0" destOrd="2" presId="urn:microsoft.com/office/officeart/2005/8/layout/list1"/>
    <dgm:cxn modelId="{485CB316-A176-481E-BB88-25752F8ECF7D}" type="presOf" srcId="{89513E86-8D16-4394-9EF9-2FC43DE2AFA9}" destId="{03F93F19-5D04-49AE-9F0D-D2964805A129}" srcOrd="0" destOrd="1" presId="urn:microsoft.com/office/officeart/2005/8/layout/list1"/>
    <dgm:cxn modelId="{B7EFB818-8271-48EB-B89C-F17D1B7FFF4B}" type="presOf" srcId="{F8C63DB3-00D1-406D-B5DE-A42CB27D6E43}" destId="{D2C602DA-874C-4085-8645-F964B27625BD}" srcOrd="1" destOrd="0" presId="urn:microsoft.com/office/officeart/2005/8/layout/list1"/>
    <dgm:cxn modelId="{6ABF2722-DC60-4399-B270-DFDAFCFAAC6B}" type="presOf" srcId="{F8C63DB3-00D1-406D-B5DE-A42CB27D6E43}" destId="{70E3A173-AAEF-4178-8229-EBC410A69BF8}" srcOrd="0" destOrd="0" presId="urn:microsoft.com/office/officeart/2005/8/layout/list1"/>
    <dgm:cxn modelId="{1C06CF24-5A85-42C1-AA88-8609D197FEB7}" type="presOf" srcId="{9C2C1428-7985-48EB-ABC6-271AF138F8A7}" destId="{03F93F19-5D04-49AE-9F0D-D2964805A129}" srcOrd="0" destOrd="3" presId="urn:microsoft.com/office/officeart/2005/8/layout/list1"/>
    <dgm:cxn modelId="{169C4C2B-2F2E-4BA9-BA67-DD14BC225246}" srcId="{1E316731-1AF7-4E74-8320-306D21D25DA7}" destId="{9C2C1428-7985-48EB-ABC6-271AF138F8A7}" srcOrd="3" destOrd="0" parTransId="{40085295-15DB-48A3-BFCE-8CF371704ACC}" sibTransId="{3A363832-65D1-4FB1-917F-110E5416216A}"/>
    <dgm:cxn modelId="{7746402C-E402-404A-94C7-9CC3BA7711B9}" type="presOf" srcId="{A363A993-6E85-4647-A0B6-1E42CB5E05AF}" destId="{402598F9-8770-4388-A0A9-781538160DAF}" srcOrd="0" destOrd="3" presId="urn:microsoft.com/office/officeart/2005/8/layout/list1"/>
    <dgm:cxn modelId="{F6BD322F-7E01-44B4-80E9-089FDAC4C8B6}" type="presOf" srcId="{0919C28A-DBE3-4541-B458-AE8D50DB24AF}" destId="{03F93F19-5D04-49AE-9F0D-D2964805A129}" srcOrd="0" destOrd="4" presId="urn:microsoft.com/office/officeart/2005/8/layout/list1"/>
    <dgm:cxn modelId="{5D770539-D392-4ABB-9D8B-AA89E1DF4CC5}" srcId="{1E316731-1AF7-4E74-8320-306D21D25DA7}" destId="{89513E86-8D16-4394-9EF9-2FC43DE2AFA9}" srcOrd="1" destOrd="0" parTransId="{3B8DB808-316C-44F4-BD25-9D799E6B36A6}" sibTransId="{93B3CBDA-1FEC-4478-A312-7119B15A0323}"/>
    <dgm:cxn modelId="{9E461040-4F68-475F-BFE6-7440A46E99E5}" srcId="{1E316731-1AF7-4E74-8320-306D21D25DA7}" destId="{7613CCAA-42F3-4F13-9E0B-E91D6D552632}" srcOrd="2" destOrd="0" parTransId="{930D065E-42BF-46ED-8F63-3FB4AEF59DA9}" sibTransId="{62FFB11C-EBB0-456D-9306-00B1AB016B7D}"/>
    <dgm:cxn modelId="{2053A369-5763-4DA1-B092-5CB302042DE4}" type="presOf" srcId="{7613CCAA-42F3-4F13-9E0B-E91D6D552632}" destId="{03F93F19-5D04-49AE-9F0D-D2964805A129}" srcOrd="0" destOrd="2" presId="urn:microsoft.com/office/officeart/2005/8/layout/list1"/>
    <dgm:cxn modelId="{E5ABF86A-CDF9-4464-92B4-C163A738D42B}" srcId="{F8C63DB3-00D1-406D-B5DE-A42CB27D6E43}" destId="{A363A993-6E85-4647-A0B6-1E42CB5E05AF}" srcOrd="3" destOrd="0" parTransId="{167460CB-717E-444C-A404-FEC75FE8470B}" sibTransId="{AEB000C3-0F98-4096-A5CA-42D0CFF60B08}"/>
    <dgm:cxn modelId="{1A13BA6E-A3F7-46EC-A294-49915DBF4A01}" srcId="{EFA0769A-62BE-40E4-84AF-E4604B7F2F33}" destId="{1E316731-1AF7-4E74-8320-306D21D25DA7}" srcOrd="0" destOrd="0" parTransId="{A2F57119-F9D6-4747-8586-EF99F66C635B}" sibTransId="{AFB27561-3A02-4908-8960-4076CCFB4098}"/>
    <dgm:cxn modelId="{411F0571-C75C-40A9-A9D4-673C1088C1A6}" type="presOf" srcId="{1C82D1AF-8710-48DD-BEF7-B6248FF676AD}" destId="{03F93F19-5D04-49AE-9F0D-D2964805A129}" srcOrd="0" destOrd="0" presId="urn:microsoft.com/office/officeart/2005/8/layout/list1"/>
    <dgm:cxn modelId="{E7859772-7FAC-4C63-B573-DEC1D7588CE4}" srcId="{F8C63DB3-00D1-406D-B5DE-A42CB27D6E43}" destId="{1DE62301-3948-4483-AE0E-55BAA555E690}" srcOrd="0" destOrd="0" parTransId="{8E43AF55-18D8-4639-8871-C841CE76E03B}" sibTransId="{AB2438A0-396D-4063-A185-53E28C16BB84}"/>
    <dgm:cxn modelId="{B1C53084-8A3D-4B83-9FE9-64A870F09559}" type="presOf" srcId="{35633607-3931-4532-99CD-70350BE4C394}" destId="{402598F9-8770-4388-A0A9-781538160DAF}" srcOrd="0" destOrd="4" presId="urn:microsoft.com/office/officeart/2005/8/layout/list1"/>
    <dgm:cxn modelId="{598D3985-A101-4D33-B17E-FA154B4E67D7}" srcId="{EFA0769A-62BE-40E4-84AF-E4604B7F2F33}" destId="{F8C63DB3-00D1-406D-B5DE-A42CB27D6E43}" srcOrd="1" destOrd="0" parTransId="{5D4659C3-5E0D-4584-8B7C-32A2060871A2}" sibTransId="{2B47A641-6AA1-485E-BAE5-31B922A8CCD8}"/>
    <dgm:cxn modelId="{0DC0D594-22AE-4345-BDC2-291FC47A17E3}" type="presOf" srcId="{EFA0769A-62BE-40E4-84AF-E4604B7F2F33}" destId="{8E8651D9-BB5A-470A-B2F3-E49A1CFABF19}" srcOrd="0" destOrd="0" presId="urn:microsoft.com/office/officeart/2005/8/layout/list1"/>
    <dgm:cxn modelId="{3D6BAE96-F968-457B-8786-6ED44C64E179}" srcId="{F8C63DB3-00D1-406D-B5DE-A42CB27D6E43}" destId="{3999C502-0115-4424-8D41-42CC6623918E}" srcOrd="1" destOrd="0" parTransId="{93396666-0ED8-484C-BD8F-821DE23232FB}" sibTransId="{299B817E-25E0-41CB-8FA7-D3C296EFCD38}"/>
    <dgm:cxn modelId="{16BFE9B0-BEB0-458F-8E3A-B04576772332}" type="presOf" srcId="{1DE62301-3948-4483-AE0E-55BAA555E690}" destId="{402598F9-8770-4388-A0A9-781538160DAF}" srcOrd="0" destOrd="0" presId="urn:microsoft.com/office/officeart/2005/8/layout/list1"/>
    <dgm:cxn modelId="{34F473B9-21BD-4BCD-89DF-0201236E2316}" type="presOf" srcId="{1E316731-1AF7-4E74-8320-306D21D25DA7}" destId="{983D535A-CBFE-434F-8F8D-649E6B06459E}" srcOrd="0" destOrd="0" presId="urn:microsoft.com/office/officeart/2005/8/layout/list1"/>
    <dgm:cxn modelId="{3F6FD1C3-C557-4E22-932F-6850A94A2FA0}" srcId="{1E316731-1AF7-4E74-8320-306D21D25DA7}" destId="{0919C28A-DBE3-4541-B458-AE8D50DB24AF}" srcOrd="4" destOrd="0" parTransId="{E6695135-590D-41EE-9E9C-15EA996806E5}" sibTransId="{3AF2DDFC-0F43-48FC-9EAC-EA6B78065341}"/>
    <dgm:cxn modelId="{F185D5D5-6026-4076-B5E0-52862A47D67C}" srcId="{F8C63DB3-00D1-406D-B5DE-A42CB27D6E43}" destId="{96C4E92B-B865-454B-9518-B1C0D880BA96}" srcOrd="2" destOrd="0" parTransId="{353BC288-B00B-4052-B22D-2656DC1E440C}" sibTransId="{97C91A3F-CD69-4473-9889-9F675DC9EEF0}"/>
    <dgm:cxn modelId="{A2D0C8DD-0972-4311-B402-62E620F46E2D}" srcId="{F8C63DB3-00D1-406D-B5DE-A42CB27D6E43}" destId="{35633607-3931-4532-99CD-70350BE4C394}" srcOrd="4" destOrd="0" parTransId="{9BF9B096-CC85-41D4-A714-944322754382}" sibTransId="{5BFA891C-FB78-4EBC-A72D-7F7BEF2986F2}"/>
    <dgm:cxn modelId="{A9B743E8-2A45-48CF-B0EA-4C3D3D75D81A}" type="presOf" srcId="{1E316731-1AF7-4E74-8320-306D21D25DA7}" destId="{A6FF1E0E-9EEE-4595-BE8B-EC0E85A46844}" srcOrd="1" destOrd="0" presId="urn:microsoft.com/office/officeart/2005/8/layout/list1"/>
    <dgm:cxn modelId="{0819E9E8-3979-4A78-8C8C-B35B0DD3174E}" type="presOf" srcId="{B18F83D8-0FF8-4763-98D9-DE3A25875734}" destId="{402598F9-8770-4388-A0A9-781538160DAF}" srcOrd="0" destOrd="5" presId="urn:microsoft.com/office/officeart/2005/8/layout/list1"/>
    <dgm:cxn modelId="{7A1B12F2-5B3B-41B3-99E1-BAFC4BAE7A51}" srcId="{F8C63DB3-00D1-406D-B5DE-A42CB27D6E43}" destId="{B18F83D8-0FF8-4763-98D9-DE3A25875734}" srcOrd="5" destOrd="0" parTransId="{557CA20A-415E-4C07-9741-45A5152958A9}" sibTransId="{8175D9B8-0F70-408E-BD89-F6038ABF49B7}"/>
    <dgm:cxn modelId="{C4A759F4-9184-4F3E-84CC-91A5B58B70F2}" type="presParOf" srcId="{8E8651D9-BB5A-470A-B2F3-E49A1CFABF19}" destId="{2C331308-FA83-4681-BBBD-592E93E36D14}" srcOrd="0" destOrd="0" presId="urn:microsoft.com/office/officeart/2005/8/layout/list1"/>
    <dgm:cxn modelId="{76234BAD-1271-4C2D-8E1B-75F33BEC1260}" type="presParOf" srcId="{2C331308-FA83-4681-BBBD-592E93E36D14}" destId="{983D535A-CBFE-434F-8F8D-649E6B06459E}" srcOrd="0" destOrd="0" presId="urn:microsoft.com/office/officeart/2005/8/layout/list1"/>
    <dgm:cxn modelId="{1DAF8CA0-58CD-476A-AE96-C54D1925BE15}" type="presParOf" srcId="{2C331308-FA83-4681-BBBD-592E93E36D14}" destId="{A6FF1E0E-9EEE-4595-BE8B-EC0E85A46844}" srcOrd="1" destOrd="0" presId="urn:microsoft.com/office/officeart/2005/8/layout/list1"/>
    <dgm:cxn modelId="{0559F10B-0A58-49BB-9F7B-CE6021D749DC}" type="presParOf" srcId="{8E8651D9-BB5A-470A-B2F3-E49A1CFABF19}" destId="{4A9E4C30-7EC9-4EB4-9FA3-94D407BBE3BF}" srcOrd="1" destOrd="0" presId="urn:microsoft.com/office/officeart/2005/8/layout/list1"/>
    <dgm:cxn modelId="{F1A25099-F276-4307-B682-8055C019821A}" type="presParOf" srcId="{8E8651D9-BB5A-470A-B2F3-E49A1CFABF19}" destId="{03F93F19-5D04-49AE-9F0D-D2964805A129}" srcOrd="2" destOrd="0" presId="urn:microsoft.com/office/officeart/2005/8/layout/list1"/>
    <dgm:cxn modelId="{86F88F3E-9A3B-4021-AB1A-02B3A1999FE5}" type="presParOf" srcId="{8E8651D9-BB5A-470A-B2F3-E49A1CFABF19}" destId="{A168BBDC-57F6-4FEA-8019-2EB13F105468}" srcOrd="3" destOrd="0" presId="urn:microsoft.com/office/officeart/2005/8/layout/list1"/>
    <dgm:cxn modelId="{3BEE8969-096A-42D8-A27F-F5C8026B2B1B}" type="presParOf" srcId="{8E8651D9-BB5A-470A-B2F3-E49A1CFABF19}" destId="{C1A01F6C-4F23-4C2F-B9D5-9DAC08B24F05}" srcOrd="4" destOrd="0" presId="urn:microsoft.com/office/officeart/2005/8/layout/list1"/>
    <dgm:cxn modelId="{125D763D-41DB-4426-9802-FF7A8D41CD50}" type="presParOf" srcId="{C1A01F6C-4F23-4C2F-B9D5-9DAC08B24F05}" destId="{70E3A173-AAEF-4178-8229-EBC410A69BF8}" srcOrd="0" destOrd="0" presId="urn:microsoft.com/office/officeart/2005/8/layout/list1"/>
    <dgm:cxn modelId="{31CE70C7-3483-4B8D-A364-6A979EBC7853}" type="presParOf" srcId="{C1A01F6C-4F23-4C2F-B9D5-9DAC08B24F05}" destId="{D2C602DA-874C-4085-8645-F964B27625BD}" srcOrd="1" destOrd="0" presId="urn:microsoft.com/office/officeart/2005/8/layout/list1"/>
    <dgm:cxn modelId="{4886B052-4194-459F-8CAC-BAA1D22E70A9}" type="presParOf" srcId="{8E8651D9-BB5A-470A-B2F3-E49A1CFABF19}" destId="{11D447E6-C145-4C14-9418-FD7364992885}" srcOrd="5" destOrd="0" presId="urn:microsoft.com/office/officeart/2005/8/layout/list1"/>
    <dgm:cxn modelId="{A923E4C1-4E8C-4629-B1C6-D12533C94B49}" type="presParOf" srcId="{8E8651D9-BB5A-470A-B2F3-E49A1CFABF19}" destId="{402598F9-8770-4388-A0A9-781538160DA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2ECFD6-8841-4E72-9390-69533377F0A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26E5A0-9DD7-44C1-BFDC-452E22E0F93E}">
      <dgm:prSet/>
      <dgm:spPr/>
      <dgm:t>
        <a:bodyPr/>
        <a:lstStyle/>
        <a:p>
          <a:pPr>
            <a:defRPr b="1"/>
          </a:pPr>
          <a:r>
            <a:rPr lang="en-GB" b="1"/>
            <a:t>Conclusions.</a:t>
          </a:r>
          <a:endParaRPr lang="en-US"/>
        </a:p>
      </dgm:t>
    </dgm:pt>
    <dgm:pt modelId="{F1963633-8A65-4CA3-9AAF-9E9E79768D78}" type="parTrans" cxnId="{8611669E-C639-4B58-91A5-0E0D07BDF809}">
      <dgm:prSet/>
      <dgm:spPr/>
      <dgm:t>
        <a:bodyPr/>
        <a:lstStyle/>
        <a:p>
          <a:endParaRPr lang="en-US"/>
        </a:p>
      </dgm:t>
    </dgm:pt>
    <dgm:pt modelId="{6BD67353-4A8E-4356-8586-7278B4C9DC3E}" type="sibTrans" cxnId="{8611669E-C639-4B58-91A5-0E0D07BDF809}">
      <dgm:prSet/>
      <dgm:spPr/>
      <dgm:t>
        <a:bodyPr/>
        <a:lstStyle/>
        <a:p>
          <a:endParaRPr lang="en-US"/>
        </a:p>
      </dgm:t>
    </dgm:pt>
    <dgm:pt modelId="{4B7A7B62-4CE7-4174-8E9F-326605D5311E}">
      <dgm:prSet/>
      <dgm:spPr/>
      <dgm:t>
        <a:bodyPr/>
        <a:lstStyle/>
        <a:p>
          <a:pPr>
            <a:buFont typeface="Courier New" panose="02070309020205020404" pitchFamily="49" charset="0"/>
            <a:buNone/>
          </a:pPr>
          <a:r>
            <a:rPr lang="en-GB" dirty="0"/>
            <a:t>The Mental Health Prediction Assistant combines NLP-based symptom analysis with structured lifestyle data for early detection and personalized support. </a:t>
          </a:r>
          <a:endParaRPr lang="en-US" dirty="0"/>
        </a:p>
      </dgm:t>
    </dgm:pt>
    <dgm:pt modelId="{B927355D-D27D-493C-9E04-C7A2C1B9D575}" type="parTrans" cxnId="{9E6A6D7F-CAA6-4D40-B801-01D6F44090E0}">
      <dgm:prSet/>
      <dgm:spPr/>
      <dgm:t>
        <a:bodyPr/>
        <a:lstStyle/>
        <a:p>
          <a:endParaRPr lang="en-US"/>
        </a:p>
      </dgm:t>
    </dgm:pt>
    <dgm:pt modelId="{F9A876F3-1075-4AE0-828A-B8D79AD5A373}" type="sibTrans" cxnId="{9E6A6D7F-CAA6-4D40-B801-01D6F44090E0}">
      <dgm:prSet/>
      <dgm:spPr/>
      <dgm:t>
        <a:bodyPr/>
        <a:lstStyle/>
        <a:p>
          <a:endParaRPr lang="en-US"/>
        </a:p>
      </dgm:t>
    </dgm:pt>
    <dgm:pt modelId="{8A51212B-823B-41A4-A4BC-41B63DB3663E}">
      <dgm:prSet/>
      <dgm:spPr/>
      <dgm:t>
        <a:bodyPr/>
        <a:lstStyle/>
        <a:p>
          <a:pPr>
            <a:buFont typeface="Courier New" panose="02070309020205020404" pitchFamily="49" charset="0"/>
            <a:buNone/>
          </a:pPr>
          <a:r>
            <a:rPr lang="en-GB" dirty="0"/>
            <a:t>It provides scalable mental health screening, tailored recommendations, and a modular, user-friendly architecture suitable for digital health platforms or personal self-assessment. </a:t>
          </a:r>
          <a:endParaRPr lang="en-US" dirty="0"/>
        </a:p>
      </dgm:t>
    </dgm:pt>
    <dgm:pt modelId="{EEEA8B40-11AA-4245-B504-47EF82897A94}" type="parTrans" cxnId="{D3D5CA24-88E4-483E-928D-59ED2E42E0CD}">
      <dgm:prSet/>
      <dgm:spPr/>
      <dgm:t>
        <a:bodyPr/>
        <a:lstStyle/>
        <a:p>
          <a:endParaRPr lang="en-US"/>
        </a:p>
      </dgm:t>
    </dgm:pt>
    <dgm:pt modelId="{24E63A20-AE6D-4186-9455-9D4EA0AE0D1D}" type="sibTrans" cxnId="{D3D5CA24-88E4-483E-928D-59ED2E42E0CD}">
      <dgm:prSet/>
      <dgm:spPr/>
      <dgm:t>
        <a:bodyPr/>
        <a:lstStyle/>
        <a:p>
          <a:endParaRPr lang="en-US"/>
        </a:p>
      </dgm:t>
    </dgm:pt>
    <dgm:pt modelId="{5339F80A-8936-45B9-8BA7-A137E3B4905F}">
      <dgm:prSet/>
      <dgm:spPr/>
      <dgm:t>
        <a:bodyPr/>
        <a:lstStyle/>
        <a:p>
          <a:pPr>
            <a:buFont typeface="Courier New" panose="02070309020205020404" pitchFamily="49" charset="0"/>
            <a:buNone/>
          </a:pPr>
          <a:r>
            <a:rPr lang="en-GB" dirty="0"/>
            <a:t>Overall, it helps bridge the gap between early signs of distress and timely intervention.</a:t>
          </a:r>
          <a:endParaRPr lang="en-US" dirty="0"/>
        </a:p>
      </dgm:t>
    </dgm:pt>
    <dgm:pt modelId="{DF55A22A-8915-4D3F-A8FF-9D19E9E88809}" type="parTrans" cxnId="{863B427F-D5C3-4409-8F91-54564B4065B4}">
      <dgm:prSet/>
      <dgm:spPr/>
      <dgm:t>
        <a:bodyPr/>
        <a:lstStyle/>
        <a:p>
          <a:endParaRPr lang="en-US"/>
        </a:p>
      </dgm:t>
    </dgm:pt>
    <dgm:pt modelId="{CE8F901C-A598-4FDD-B208-0F54B2784955}" type="sibTrans" cxnId="{863B427F-D5C3-4409-8F91-54564B4065B4}">
      <dgm:prSet/>
      <dgm:spPr/>
      <dgm:t>
        <a:bodyPr/>
        <a:lstStyle/>
        <a:p>
          <a:endParaRPr lang="en-US"/>
        </a:p>
      </dgm:t>
    </dgm:pt>
    <dgm:pt modelId="{E391C736-9760-478C-8897-EDBB5645DCAD}">
      <dgm:prSet/>
      <dgm:spPr/>
      <dgm:t>
        <a:bodyPr/>
        <a:lstStyle/>
        <a:p>
          <a:pPr>
            <a:defRPr b="1"/>
          </a:pPr>
          <a:r>
            <a:rPr lang="en-GB" b="1"/>
            <a:t>Top Recommendations</a:t>
          </a:r>
          <a:endParaRPr lang="en-US"/>
        </a:p>
      </dgm:t>
    </dgm:pt>
    <dgm:pt modelId="{B5ECDC07-E486-408D-ABF5-73CABA45A628}" type="parTrans" cxnId="{41498027-9E10-48D0-A9D1-0295A8DDCE9D}">
      <dgm:prSet/>
      <dgm:spPr/>
      <dgm:t>
        <a:bodyPr/>
        <a:lstStyle/>
        <a:p>
          <a:endParaRPr lang="en-US"/>
        </a:p>
      </dgm:t>
    </dgm:pt>
    <dgm:pt modelId="{5E03464A-65BB-41FD-82B0-D4B7A63103B0}" type="sibTrans" cxnId="{41498027-9E10-48D0-A9D1-0295A8DDCE9D}">
      <dgm:prSet/>
      <dgm:spPr/>
      <dgm:t>
        <a:bodyPr/>
        <a:lstStyle/>
        <a:p>
          <a:endParaRPr lang="en-US"/>
        </a:p>
      </dgm:t>
    </dgm:pt>
    <dgm:pt modelId="{C722A788-394E-4692-BF2B-DB73EB14D431}">
      <dgm:prSet/>
      <dgm:spPr/>
      <dgm:t>
        <a:bodyPr/>
        <a:lstStyle/>
        <a:p>
          <a:pPr>
            <a:buNone/>
          </a:pPr>
          <a:r>
            <a:rPr lang="en-GB" b="1"/>
            <a:t>Model Performance Improvement:</a:t>
          </a:r>
          <a:r>
            <a:rPr lang="en-GB"/>
            <a:t> Use advanced NLP embeddings (e.g., OpenAI embeddings, ClinicalBERT) to enhance classifier accuracy.</a:t>
          </a:r>
          <a:endParaRPr lang="en-US"/>
        </a:p>
      </dgm:t>
    </dgm:pt>
    <dgm:pt modelId="{49A908BC-1FAA-497B-BC81-AB2E01B39CA3}" type="parTrans" cxnId="{065A0AE5-B6C2-4B68-B1F2-A13AD90AD904}">
      <dgm:prSet/>
      <dgm:spPr/>
      <dgm:t>
        <a:bodyPr/>
        <a:lstStyle/>
        <a:p>
          <a:endParaRPr lang="en-US"/>
        </a:p>
      </dgm:t>
    </dgm:pt>
    <dgm:pt modelId="{A038FDA4-3B76-442A-996E-6AD1426FABCA}" type="sibTrans" cxnId="{065A0AE5-B6C2-4B68-B1F2-A13AD90AD904}">
      <dgm:prSet/>
      <dgm:spPr/>
      <dgm:t>
        <a:bodyPr/>
        <a:lstStyle/>
        <a:p>
          <a:endParaRPr lang="en-US"/>
        </a:p>
      </dgm:t>
    </dgm:pt>
    <dgm:pt modelId="{7DF32DA9-D8AA-46B0-B626-898A246660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dirty="0"/>
            <a:t>User-Centric Refinement:</a:t>
          </a:r>
          <a:r>
            <a:rPr lang="en-GB" dirty="0"/>
            <a:t> Integrate user feedback into the UI to dynamically improve predictions and recommendations.</a:t>
          </a:r>
          <a:endParaRPr lang="en-US" dirty="0"/>
        </a:p>
      </dgm:t>
    </dgm:pt>
    <dgm:pt modelId="{3501EDF2-9C45-47D4-8771-4141428F2AF7}" type="parTrans" cxnId="{945B7CAE-7F1D-419E-AA9E-62139E60ED86}">
      <dgm:prSet/>
      <dgm:spPr/>
      <dgm:t>
        <a:bodyPr/>
        <a:lstStyle/>
        <a:p>
          <a:endParaRPr lang="en-US"/>
        </a:p>
      </dgm:t>
    </dgm:pt>
    <dgm:pt modelId="{63CC995B-BADB-4365-9512-4A1E8B87F01A}" type="sibTrans" cxnId="{945B7CAE-7F1D-419E-AA9E-62139E60ED86}">
      <dgm:prSet/>
      <dgm:spPr/>
      <dgm:t>
        <a:bodyPr/>
        <a:lstStyle/>
        <a:p>
          <a:endParaRPr lang="en-US"/>
        </a:p>
      </dgm:t>
    </dgm:pt>
    <dgm:pt modelId="{149C6AAA-2743-41C5-8DA6-E88E52F40BF4}">
      <dgm:prSet/>
      <dgm:spPr/>
      <dgm:t>
        <a:bodyPr/>
        <a:lstStyle/>
        <a:p>
          <a:pPr>
            <a:buNone/>
          </a:pPr>
          <a:r>
            <a:rPr lang="en-GB" b="1" dirty="0"/>
            <a:t>Integration of Multi-Source Data:</a:t>
          </a:r>
          <a:r>
            <a:rPr lang="en-GB" dirty="0"/>
            <a:t> Incorporate wearable health tracker data (sleep, heart rate, activity) to improve prediction reliability.</a:t>
          </a:r>
          <a:endParaRPr lang="en-US" dirty="0"/>
        </a:p>
      </dgm:t>
    </dgm:pt>
    <dgm:pt modelId="{9F7E7097-093C-4625-BC9E-15C3B03ABEFD}" type="parTrans" cxnId="{2F27A798-BF4E-4408-96F5-7ABC9D292514}">
      <dgm:prSet/>
      <dgm:spPr/>
      <dgm:t>
        <a:bodyPr/>
        <a:lstStyle/>
        <a:p>
          <a:endParaRPr lang="en-US"/>
        </a:p>
      </dgm:t>
    </dgm:pt>
    <dgm:pt modelId="{2753EF17-0EC6-4632-B147-46DBA9AF503B}" type="sibTrans" cxnId="{2F27A798-BF4E-4408-96F5-7ABC9D292514}">
      <dgm:prSet/>
      <dgm:spPr/>
      <dgm:t>
        <a:bodyPr/>
        <a:lstStyle/>
        <a:p>
          <a:endParaRPr lang="en-US"/>
        </a:p>
      </dgm:t>
    </dgm:pt>
    <dgm:pt modelId="{CF5ADCCD-85B4-4E11-8581-F1B75733419E}" type="pres">
      <dgm:prSet presAssocID="{702ECFD6-8841-4E72-9390-69533377F0AA}" presName="root" presStyleCnt="0">
        <dgm:presLayoutVars>
          <dgm:dir/>
          <dgm:resizeHandles val="exact"/>
        </dgm:presLayoutVars>
      </dgm:prSet>
      <dgm:spPr/>
    </dgm:pt>
    <dgm:pt modelId="{C71707A4-8CF5-443D-A97E-82243DAAC1D2}" type="pres">
      <dgm:prSet presAssocID="{C626E5A0-9DD7-44C1-BFDC-452E22E0F93E}" presName="compNode" presStyleCnt="0"/>
      <dgm:spPr/>
    </dgm:pt>
    <dgm:pt modelId="{6E329F06-A420-468C-853C-3BCE0F41EFA9}" type="pres">
      <dgm:prSet presAssocID="{C626E5A0-9DD7-44C1-BFDC-452E22E0F93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33A9FF3-CF7E-4EAA-90D4-EF9AF6F6361A}" type="pres">
      <dgm:prSet presAssocID="{C626E5A0-9DD7-44C1-BFDC-452E22E0F93E}" presName="iconSpace" presStyleCnt="0"/>
      <dgm:spPr/>
    </dgm:pt>
    <dgm:pt modelId="{BB2E0879-C7BC-471C-B9D1-92D023A82329}" type="pres">
      <dgm:prSet presAssocID="{C626E5A0-9DD7-44C1-BFDC-452E22E0F93E}" presName="parTx" presStyleLbl="revTx" presStyleIdx="0" presStyleCnt="4">
        <dgm:presLayoutVars>
          <dgm:chMax val="0"/>
          <dgm:chPref val="0"/>
        </dgm:presLayoutVars>
      </dgm:prSet>
      <dgm:spPr/>
    </dgm:pt>
    <dgm:pt modelId="{C92A5CE3-BA61-4136-876A-2F132557143A}" type="pres">
      <dgm:prSet presAssocID="{C626E5A0-9DD7-44C1-BFDC-452E22E0F93E}" presName="txSpace" presStyleCnt="0"/>
      <dgm:spPr/>
    </dgm:pt>
    <dgm:pt modelId="{4EDAE416-68EE-4508-9F44-582737433149}" type="pres">
      <dgm:prSet presAssocID="{C626E5A0-9DD7-44C1-BFDC-452E22E0F93E}" presName="desTx" presStyleLbl="revTx" presStyleIdx="1" presStyleCnt="4">
        <dgm:presLayoutVars/>
      </dgm:prSet>
      <dgm:spPr/>
    </dgm:pt>
    <dgm:pt modelId="{1F0388AA-ED6F-4CC6-A4EE-A4D1F277D35B}" type="pres">
      <dgm:prSet presAssocID="{6BD67353-4A8E-4356-8586-7278B4C9DC3E}" presName="sibTrans" presStyleCnt="0"/>
      <dgm:spPr/>
    </dgm:pt>
    <dgm:pt modelId="{3B26575E-1765-4EA0-BB2F-E663F9F3A8B8}" type="pres">
      <dgm:prSet presAssocID="{E391C736-9760-478C-8897-EDBB5645DCAD}" presName="compNode" presStyleCnt="0"/>
      <dgm:spPr/>
    </dgm:pt>
    <dgm:pt modelId="{2DF0CC7D-DCAE-42B4-ADD4-21D79C5B27CE}" type="pres">
      <dgm:prSet presAssocID="{E391C736-9760-478C-8897-EDBB5645DCA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D4E1722-425E-40CC-A607-2C42C2A50AC4}" type="pres">
      <dgm:prSet presAssocID="{E391C736-9760-478C-8897-EDBB5645DCAD}" presName="iconSpace" presStyleCnt="0"/>
      <dgm:spPr/>
    </dgm:pt>
    <dgm:pt modelId="{1884E957-FBB7-4A56-9362-280196F1F950}" type="pres">
      <dgm:prSet presAssocID="{E391C736-9760-478C-8897-EDBB5645DCAD}" presName="parTx" presStyleLbl="revTx" presStyleIdx="2" presStyleCnt="4">
        <dgm:presLayoutVars>
          <dgm:chMax val="0"/>
          <dgm:chPref val="0"/>
        </dgm:presLayoutVars>
      </dgm:prSet>
      <dgm:spPr/>
    </dgm:pt>
    <dgm:pt modelId="{7274B5DB-1F67-403D-B9FE-EF700EBA9142}" type="pres">
      <dgm:prSet presAssocID="{E391C736-9760-478C-8897-EDBB5645DCAD}" presName="txSpace" presStyleCnt="0"/>
      <dgm:spPr/>
    </dgm:pt>
    <dgm:pt modelId="{A879341D-7195-415A-8C78-27B2084046A9}" type="pres">
      <dgm:prSet presAssocID="{E391C736-9760-478C-8897-EDBB5645DCAD}" presName="desTx" presStyleLbl="revTx" presStyleIdx="3" presStyleCnt="4">
        <dgm:presLayoutVars/>
      </dgm:prSet>
      <dgm:spPr/>
    </dgm:pt>
  </dgm:ptLst>
  <dgm:cxnLst>
    <dgm:cxn modelId="{D3D5CA24-88E4-483E-928D-59ED2E42E0CD}" srcId="{C626E5A0-9DD7-44C1-BFDC-452E22E0F93E}" destId="{8A51212B-823B-41A4-A4BC-41B63DB3663E}" srcOrd="1" destOrd="0" parTransId="{EEEA8B40-11AA-4245-B504-47EF82897A94}" sibTransId="{24E63A20-AE6D-4186-9455-9D4EA0AE0D1D}"/>
    <dgm:cxn modelId="{41498027-9E10-48D0-A9D1-0295A8DDCE9D}" srcId="{702ECFD6-8841-4E72-9390-69533377F0AA}" destId="{E391C736-9760-478C-8897-EDBB5645DCAD}" srcOrd="1" destOrd="0" parTransId="{B5ECDC07-E486-408D-ABF5-73CABA45A628}" sibTransId="{5E03464A-65BB-41FD-82B0-D4B7A63103B0}"/>
    <dgm:cxn modelId="{7F8DB627-075E-4F25-88D2-500857D72882}" type="presOf" srcId="{C626E5A0-9DD7-44C1-BFDC-452E22E0F93E}" destId="{BB2E0879-C7BC-471C-B9D1-92D023A82329}" srcOrd="0" destOrd="0" presId="urn:microsoft.com/office/officeart/2018/2/layout/IconLabelDescriptionList"/>
    <dgm:cxn modelId="{319CCF47-8F49-4FC5-8D84-F25FA4D384DD}" type="presOf" srcId="{4B7A7B62-4CE7-4174-8E9F-326605D5311E}" destId="{4EDAE416-68EE-4508-9F44-582737433149}" srcOrd="0" destOrd="0" presId="urn:microsoft.com/office/officeart/2018/2/layout/IconLabelDescriptionList"/>
    <dgm:cxn modelId="{DB36A969-8C53-427A-B811-E76638E55E8C}" type="presOf" srcId="{5339F80A-8936-45B9-8BA7-A137E3B4905F}" destId="{4EDAE416-68EE-4508-9F44-582737433149}" srcOrd="0" destOrd="2" presId="urn:microsoft.com/office/officeart/2018/2/layout/IconLabelDescriptionList"/>
    <dgm:cxn modelId="{0328C450-77F0-4EBC-9604-44597E78B61F}" type="presOf" srcId="{702ECFD6-8841-4E72-9390-69533377F0AA}" destId="{CF5ADCCD-85B4-4E11-8581-F1B75733419E}" srcOrd="0" destOrd="0" presId="urn:microsoft.com/office/officeart/2018/2/layout/IconLabelDescriptionList"/>
    <dgm:cxn modelId="{863B427F-D5C3-4409-8F91-54564B4065B4}" srcId="{C626E5A0-9DD7-44C1-BFDC-452E22E0F93E}" destId="{5339F80A-8936-45B9-8BA7-A137E3B4905F}" srcOrd="2" destOrd="0" parTransId="{DF55A22A-8915-4D3F-A8FF-9D19E9E88809}" sibTransId="{CE8F901C-A598-4FDD-B208-0F54B2784955}"/>
    <dgm:cxn modelId="{9E6A6D7F-CAA6-4D40-B801-01D6F44090E0}" srcId="{C626E5A0-9DD7-44C1-BFDC-452E22E0F93E}" destId="{4B7A7B62-4CE7-4174-8E9F-326605D5311E}" srcOrd="0" destOrd="0" parTransId="{B927355D-D27D-493C-9E04-C7A2C1B9D575}" sibTransId="{F9A876F3-1075-4AE0-828A-B8D79AD5A373}"/>
    <dgm:cxn modelId="{9D136B8A-B4B5-476F-8442-ED4FAC892D31}" type="presOf" srcId="{C722A788-394E-4692-BF2B-DB73EB14D431}" destId="{A879341D-7195-415A-8C78-27B2084046A9}" srcOrd="0" destOrd="0" presId="urn:microsoft.com/office/officeart/2018/2/layout/IconLabelDescriptionList"/>
    <dgm:cxn modelId="{2F27A798-BF4E-4408-96F5-7ABC9D292514}" srcId="{E391C736-9760-478C-8897-EDBB5645DCAD}" destId="{149C6AAA-2743-41C5-8DA6-E88E52F40BF4}" srcOrd="2" destOrd="0" parTransId="{9F7E7097-093C-4625-BC9E-15C3B03ABEFD}" sibTransId="{2753EF17-0EC6-4632-B147-46DBA9AF503B}"/>
    <dgm:cxn modelId="{8611669E-C639-4B58-91A5-0E0D07BDF809}" srcId="{702ECFD6-8841-4E72-9390-69533377F0AA}" destId="{C626E5A0-9DD7-44C1-BFDC-452E22E0F93E}" srcOrd="0" destOrd="0" parTransId="{F1963633-8A65-4CA3-9AAF-9E9E79768D78}" sibTransId="{6BD67353-4A8E-4356-8586-7278B4C9DC3E}"/>
    <dgm:cxn modelId="{C30FECAA-48D1-426A-AE6E-85ECED78E0C9}" type="presOf" srcId="{7DF32DA9-D8AA-46B0-B626-898A246660C5}" destId="{A879341D-7195-415A-8C78-27B2084046A9}" srcOrd="0" destOrd="1" presId="urn:microsoft.com/office/officeart/2018/2/layout/IconLabelDescriptionList"/>
    <dgm:cxn modelId="{945B7CAE-7F1D-419E-AA9E-62139E60ED86}" srcId="{E391C736-9760-478C-8897-EDBB5645DCAD}" destId="{7DF32DA9-D8AA-46B0-B626-898A246660C5}" srcOrd="1" destOrd="0" parTransId="{3501EDF2-9C45-47D4-8771-4141428F2AF7}" sibTransId="{63CC995B-BADB-4365-9512-4A1E8B87F01A}"/>
    <dgm:cxn modelId="{960A99C7-B7C4-4AB1-BD2D-746B151178BD}" type="presOf" srcId="{149C6AAA-2743-41C5-8DA6-E88E52F40BF4}" destId="{A879341D-7195-415A-8C78-27B2084046A9}" srcOrd="0" destOrd="2" presId="urn:microsoft.com/office/officeart/2018/2/layout/IconLabelDescriptionList"/>
    <dgm:cxn modelId="{065A0AE5-B6C2-4B68-B1F2-A13AD90AD904}" srcId="{E391C736-9760-478C-8897-EDBB5645DCAD}" destId="{C722A788-394E-4692-BF2B-DB73EB14D431}" srcOrd="0" destOrd="0" parTransId="{49A908BC-1FAA-497B-BC81-AB2E01B39CA3}" sibTransId="{A038FDA4-3B76-442A-996E-6AD1426FABCA}"/>
    <dgm:cxn modelId="{530210FD-0077-4717-91FE-5A6FF8488E1C}" type="presOf" srcId="{E391C736-9760-478C-8897-EDBB5645DCAD}" destId="{1884E957-FBB7-4A56-9362-280196F1F950}" srcOrd="0" destOrd="0" presId="urn:microsoft.com/office/officeart/2018/2/layout/IconLabelDescriptionList"/>
    <dgm:cxn modelId="{FB905AFF-839B-4622-8CCD-E52A80746613}" type="presOf" srcId="{8A51212B-823B-41A4-A4BC-41B63DB3663E}" destId="{4EDAE416-68EE-4508-9F44-582737433149}" srcOrd="0" destOrd="1" presId="urn:microsoft.com/office/officeart/2018/2/layout/IconLabelDescriptionList"/>
    <dgm:cxn modelId="{7629742A-E7E2-4D7B-9D33-DDCF22F6FCFB}" type="presParOf" srcId="{CF5ADCCD-85B4-4E11-8581-F1B75733419E}" destId="{C71707A4-8CF5-443D-A97E-82243DAAC1D2}" srcOrd="0" destOrd="0" presId="urn:microsoft.com/office/officeart/2018/2/layout/IconLabelDescriptionList"/>
    <dgm:cxn modelId="{A3EE03FB-958E-4BF3-BD90-CF80CD84C2F7}" type="presParOf" srcId="{C71707A4-8CF5-443D-A97E-82243DAAC1D2}" destId="{6E329F06-A420-468C-853C-3BCE0F41EFA9}" srcOrd="0" destOrd="0" presId="urn:microsoft.com/office/officeart/2018/2/layout/IconLabelDescriptionList"/>
    <dgm:cxn modelId="{4A7DBCD9-7035-4A15-9527-F33CFA817695}" type="presParOf" srcId="{C71707A4-8CF5-443D-A97E-82243DAAC1D2}" destId="{133A9FF3-CF7E-4EAA-90D4-EF9AF6F6361A}" srcOrd="1" destOrd="0" presId="urn:microsoft.com/office/officeart/2018/2/layout/IconLabelDescriptionList"/>
    <dgm:cxn modelId="{D92EF5E6-E0C8-4109-8B53-AC1757D1265D}" type="presParOf" srcId="{C71707A4-8CF5-443D-A97E-82243DAAC1D2}" destId="{BB2E0879-C7BC-471C-B9D1-92D023A82329}" srcOrd="2" destOrd="0" presId="urn:microsoft.com/office/officeart/2018/2/layout/IconLabelDescriptionList"/>
    <dgm:cxn modelId="{10589347-4B5B-4818-B6C2-DE45D4CE9486}" type="presParOf" srcId="{C71707A4-8CF5-443D-A97E-82243DAAC1D2}" destId="{C92A5CE3-BA61-4136-876A-2F132557143A}" srcOrd="3" destOrd="0" presId="urn:microsoft.com/office/officeart/2018/2/layout/IconLabelDescriptionList"/>
    <dgm:cxn modelId="{AFBE8F17-D09A-4B7F-B018-AA7E3FBE129A}" type="presParOf" srcId="{C71707A4-8CF5-443D-A97E-82243DAAC1D2}" destId="{4EDAE416-68EE-4508-9F44-582737433149}" srcOrd="4" destOrd="0" presId="urn:microsoft.com/office/officeart/2018/2/layout/IconLabelDescriptionList"/>
    <dgm:cxn modelId="{68B69BAA-C445-40C0-9A8C-AEE03DDE4B01}" type="presParOf" srcId="{CF5ADCCD-85B4-4E11-8581-F1B75733419E}" destId="{1F0388AA-ED6F-4CC6-A4EE-A4D1F277D35B}" srcOrd="1" destOrd="0" presId="urn:microsoft.com/office/officeart/2018/2/layout/IconLabelDescriptionList"/>
    <dgm:cxn modelId="{6ED0B0BC-B28E-44FC-9B54-0542B403BD82}" type="presParOf" srcId="{CF5ADCCD-85B4-4E11-8581-F1B75733419E}" destId="{3B26575E-1765-4EA0-BB2F-E663F9F3A8B8}" srcOrd="2" destOrd="0" presId="urn:microsoft.com/office/officeart/2018/2/layout/IconLabelDescriptionList"/>
    <dgm:cxn modelId="{D80B920F-8FF9-4E1A-BB90-C3CBA17E0295}" type="presParOf" srcId="{3B26575E-1765-4EA0-BB2F-E663F9F3A8B8}" destId="{2DF0CC7D-DCAE-42B4-ADD4-21D79C5B27CE}" srcOrd="0" destOrd="0" presId="urn:microsoft.com/office/officeart/2018/2/layout/IconLabelDescriptionList"/>
    <dgm:cxn modelId="{FA6D5AB3-20DA-4BFC-8ABC-2D8343B1049B}" type="presParOf" srcId="{3B26575E-1765-4EA0-BB2F-E663F9F3A8B8}" destId="{7D4E1722-425E-40CC-A607-2C42C2A50AC4}" srcOrd="1" destOrd="0" presId="urn:microsoft.com/office/officeart/2018/2/layout/IconLabelDescriptionList"/>
    <dgm:cxn modelId="{5808EDD5-C0F3-44F3-80B6-799FAD5C1188}" type="presParOf" srcId="{3B26575E-1765-4EA0-BB2F-E663F9F3A8B8}" destId="{1884E957-FBB7-4A56-9362-280196F1F950}" srcOrd="2" destOrd="0" presId="urn:microsoft.com/office/officeart/2018/2/layout/IconLabelDescriptionList"/>
    <dgm:cxn modelId="{24D15EEA-245A-46EC-9D08-5702F7A36A82}" type="presParOf" srcId="{3B26575E-1765-4EA0-BB2F-E663F9F3A8B8}" destId="{7274B5DB-1F67-403D-B9FE-EF700EBA9142}" srcOrd="3" destOrd="0" presId="urn:microsoft.com/office/officeart/2018/2/layout/IconLabelDescriptionList"/>
    <dgm:cxn modelId="{17AEAEF6-B92E-431C-90E1-02E366FD1F99}" type="presParOf" srcId="{3B26575E-1765-4EA0-BB2F-E663F9F3A8B8}" destId="{A879341D-7195-415A-8C78-27B2084046A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82AB16-E854-40A8-BE44-5A431C3F22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77FA9B-EBAF-41AF-B434-8ADBE1C20F9A}">
      <dgm:prSet/>
      <dgm:spPr/>
      <dgm:t>
        <a:bodyPr/>
        <a:lstStyle/>
        <a:p>
          <a:r>
            <a:rPr lang="en-US" b="1"/>
            <a:t>Continuous Learning System </a:t>
          </a:r>
          <a:r>
            <a:rPr lang="en-US"/>
            <a:t>- Build a feedback loop where user-confirmed diagnoses and lifestyle updates are fed back into the system for continuous model retraining. </a:t>
          </a:r>
        </a:p>
      </dgm:t>
    </dgm:pt>
    <dgm:pt modelId="{778DF750-FE22-4390-B886-D3E08D7868D9}" type="parTrans" cxnId="{B86C4F66-53FE-4608-ACE6-47BCFDD46EB7}">
      <dgm:prSet/>
      <dgm:spPr/>
      <dgm:t>
        <a:bodyPr/>
        <a:lstStyle/>
        <a:p>
          <a:endParaRPr lang="en-US"/>
        </a:p>
      </dgm:t>
    </dgm:pt>
    <dgm:pt modelId="{EF09269B-D491-48FF-926E-250A06C1D2DA}" type="sibTrans" cxnId="{B86C4F66-53FE-4608-ACE6-47BCFDD46EB7}">
      <dgm:prSet/>
      <dgm:spPr/>
      <dgm:t>
        <a:bodyPr/>
        <a:lstStyle/>
        <a:p>
          <a:endParaRPr lang="en-US"/>
        </a:p>
      </dgm:t>
    </dgm:pt>
    <dgm:pt modelId="{F9A9FA0E-644E-4911-A480-91C44C2089D2}">
      <dgm:prSet/>
      <dgm:spPr/>
      <dgm:t>
        <a:bodyPr/>
        <a:lstStyle/>
        <a:p>
          <a:r>
            <a:rPr lang="en-US" b="1"/>
            <a:t>Multilingual Support </a:t>
          </a:r>
          <a:r>
            <a:rPr lang="en-US"/>
            <a:t>- Expand the system to handle multiple languages to serve a wider audience.</a:t>
          </a:r>
        </a:p>
      </dgm:t>
    </dgm:pt>
    <dgm:pt modelId="{7041DAFB-AB30-4F79-BAFE-752B317893ED}" type="parTrans" cxnId="{3EDC5F90-8025-4093-A224-F8D69C3E2CB5}">
      <dgm:prSet/>
      <dgm:spPr/>
      <dgm:t>
        <a:bodyPr/>
        <a:lstStyle/>
        <a:p>
          <a:endParaRPr lang="en-US"/>
        </a:p>
      </dgm:t>
    </dgm:pt>
    <dgm:pt modelId="{A4D56EDD-3167-4183-BE85-17BD9C90FE01}" type="sibTrans" cxnId="{3EDC5F90-8025-4093-A224-F8D69C3E2CB5}">
      <dgm:prSet/>
      <dgm:spPr/>
      <dgm:t>
        <a:bodyPr/>
        <a:lstStyle/>
        <a:p>
          <a:endParaRPr lang="en-US"/>
        </a:p>
      </dgm:t>
    </dgm:pt>
    <dgm:pt modelId="{F82C8E41-F82E-43F6-8C8C-8E04DA65A2B3}">
      <dgm:prSet/>
      <dgm:spPr/>
      <dgm:t>
        <a:bodyPr/>
        <a:lstStyle/>
        <a:p>
          <a:r>
            <a:rPr lang="en-US" b="1"/>
            <a:t>Regulatory Compliance </a:t>
          </a:r>
          <a:r>
            <a:rPr lang="en-US"/>
            <a:t>- Adapt the platform to comply with HIPAA, GDPR, and other health data regulations depending on target regions for deployment.</a:t>
          </a:r>
        </a:p>
      </dgm:t>
    </dgm:pt>
    <dgm:pt modelId="{BCDB225C-3B7A-4815-8760-4AC51163F866}" type="parTrans" cxnId="{CD4B50E9-B431-4A00-A662-AB30079662DE}">
      <dgm:prSet/>
      <dgm:spPr/>
      <dgm:t>
        <a:bodyPr/>
        <a:lstStyle/>
        <a:p>
          <a:endParaRPr lang="en-US"/>
        </a:p>
      </dgm:t>
    </dgm:pt>
    <dgm:pt modelId="{4B33666B-08E4-4048-B677-6A26F006C997}" type="sibTrans" cxnId="{CD4B50E9-B431-4A00-A662-AB30079662DE}">
      <dgm:prSet/>
      <dgm:spPr/>
      <dgm:t>
        <a:bodyPr/>
        <a:lstStyle/>
        <a:p>
          <a:endParaRPr lang="en-US"/>
        </a:p>
      </dgm:t>
    </dgm:pt>
    <dgm:pt modelId="{FD8454F2-9F7C-4A79-ADCB-A0D9BBAFC3B2}" type="pres">
      <dgm:prSet presAssocID="{EA82AB16-E854-40A8-BE44-5A431C3F2254}" presName="root" presStyleCnt="0">
        <dgm:presLayoutVars>
          <dgm:dir/>
          <dgm:resizeHandles val="exact"/>
        </dgm:presLayoutVars>
      </dgm:prSet>
      <dgm:spPr/>
    </dgm:pt>
    <dgm:pt modelId="{ECA78155-7267-4D30-A713-7977B5775386}" type="pres">
      <dgm:prSet presAssocID="{4C77FA9B-EBAF-41AF-B434-8ADBE1C20F9A}" presName="compNode" presStyleCnt="0"/>
      <dgm:spPr/>
    </dgm:pt>
    <dgm:pt modelId="{7826A8A9-BF2B-458A-A66A-5F23B3B682FC}" type="pres">
      <dgm:prSet presAssocID="{4C77FA9B-EBAF-41AF-B434-8ADBE1C20F9A}" presName="bgRect" presStyleLbl="bgShp" presStyleIdx="0" presStyleCnt="3"/>
      <dgm:spPr/>
    </dgm:pt>
    <dgm:pt modelId="{8DE9E82B-3BC5-401E-A650-254B9806D56C}" type="pres">
      <dgm:prSet presAssocID="{4C77FA9B-EBAF-41AF-B434-8ADBE1C20F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A87255A-FCC7-481B-AF1F-00F992875757}" type="pres">
      <dgm:prSet presAssocID="{4C77FA9B-EBAF-41AF-B434-8ADBE1C20F9A}" presName="spaceRect" presStyleCnt="0"/>
      <dgm:spPr/>
    </dgm:pt>
    <dgm:pt modelId="{30910317-7A62-4839-BFE5-87EC8E8FDCA7}" type="pres">
      <dgm:prSet presAssocID="{4C77FA9B-EBAF-41AF-B434-8ADBE1C20F9A}" presName="parTx" presStyleLbl="revTx" presStyleIdx="0" presStyleCnt="3">
        <dgm:presLayoutVars>
          <dgm:chMax val="0"/>
          <dgm:chPref val="0"/>
        </dgm:presLayoutVars>
      </dgm:prSet>
      <dgm:spPr/>
    </dgm:pt>
    <dgm:pt modelId="{EF8F8996-39E6-42B0-B5D0-A4E04B9C1394}" type="pres">
      <dgm:prSet presAssocID="{EF09269B-D491-48FF-926E-250A06C1D2DA}" presName="sibTrans" presStyleCnt="0"/>
      <dgm:spPr/>
    </dgm:pt>
    <dgm:pt modelId="{F3891923-663D-4767-8BA7-BCF8855FBEB0}" type="pres">
      <dgm:prSet presAssocID="{F9A9FA0E-644E-4911-A480-91C44C2089D2}" presName="compNode" presStyleCnt="0"/>
      <dgm:spPr/>
    </dgm:pt>
    <dgm:pt modelId="{76C5942D-B8C4-4641-BDEE-E783D2E66741}" type="pres">
      <dgm:prSet presAssocID="{F9A9FA0E-644E-4911-A480-91C44C2089D2}" presName="bgRect" presStyleLbl="bgShp" presStyleIdx="1" presStyleCnt="3"/>
      <dgm:spPr/>
    </dgm:pt>
    <dgm:pt modelId="{97DE73B4-8316-4379-9605-4F974EC0DB46}" type="pres">
      <dgm:prSet presAssocID="{F9A9FA0E-644E-4911-A480-91C44C2089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DA83FF3C-74E5-4384-9B2C-1EACC7117F19}" type="pres">
      <dgm:prSet presAssocID="{F9A9FA0E-644E-4911-A480-91C44C2089D2}" presName="spaceRect" presStyleCnt="0"/>
      <dgm:spPr/>
    </dgm:pt>
    <dgm:pt modelId="{57BDA43C-BB8D-4AFD-9E1F-CCAE6D025215}" type="pres">
      <dgm:prSet presAssocID="{F9A9FA0E-644E-4911-A480-91C44C2089D2}" presName="parTx" presStyleLbl="revTx" presStyleIdx="1" presStyleCnt="3">
        <dgm:presLayoutVars>
          <dgm:chMax val="0"/>
          <dgm:chPref val="0"/>
        </dgm:presLayoutVars>
      </dgm:prSet>
      <dgm:spPr/>
    </dgm:pt>
    <dgm:pt modelId="{C3ED30F5-19D6-4389-ACA6-32A561528F68}" type="pres">
      <dgm:prSet presAssocID="{A4D56EDD-3167-4183-BE85-17BD9C90FE01}" presName="sibTrans" presStyleCnt="0"/>
      <dgm:spPr/>
    </dgm:pt>
    <dgm:pt modelId="{BE45D83D-5361-4659-B604-4438CEC6E63B}" type="pres">
      <dgm:prSet presAssocID="{F82C8E41-F82E-43F6-8C8C-8E04DA65A2B3}" presName="compNode" presStyleCnt="0"/>
      <dgm:spPr/>
    </dgm:pt>
    <dgm:pt modelId="{D3A4471E-D983-40F7-9505-A1B1446DABCC}" type="pres">
      <dgm:prSet presAssocID="{F82C8E41-F82E-43F6-8C8C-8E04DA65A2B3}" presName="bgRect" presStyleLbl="bgShp" presStyleIdx="2" presStyleCnt="3"/>
      <dgm:spPr/>
    </dgm:pt>
    <dgm:pt modelId="{AD7F5728-DDF2-40DA-BAE0-588DB666A9EB}" type="pres">
      <dgm:prSet presAssocID="{F82C8E41-F82E-43F6-8C8C-8E04DA65A2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7608636-6E02-4869-8C66-EE5DCBD90D16}" type="pres">
      <dgm:prSet presAssocID="{F82C8E41-F82E-43F6-8C8C-8E04DA65A2B3}" presName="spaceRect" presStyleCnt="0"/>
      <dgm:spPr/>
    </dgm:pt>
    <dgm:pt modelId="{CC63EB17-2767-48C5-9884-48540F5CFB84}" type="pres">
      <dgm:prSet presAssocID="{F82C8E41-F82E-43F6-8C8C-8E04DA65A2B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7D31211-BE00-4FCE-9A4A-6D681695F450}" type="presOf" srcId="{F9A9FA0E-644E-4911-A480-91C44C2089D2}" destId="{57BDA43C-BB8D-4AFD-9E1F-CCAE6D025215}" srcOrd="0" destOrd="0" presId="urn:microsoft.com/office/officeart/2018/2/layout/IconVerticalSolidList"/>
    <dgm:cxn modelId="{58E90219-57B8-4088-A3B3-0E70ECEFE44D}" type="presOf" srcId="{4C77FA9B-EBAF-41AF-B434-8ADBE1C20F9A}" destId="{30910317-7A62-4839-BFE5-87EC8E8FDCA7}" srcOrd="0" destOrd="0" presId="urn:microsoft.com/office/officeart/2018/2/layout/IconVerticalSolidList"/>
    <dgm:cxn modelId="{F0FE2739-57B6-4548-8D23-1F84EC917FBC}" type="presOf" srcId="{EA82AB16-E854-40A8-BE44-5A431C3F2254}" destId="{FD8454F2-9F7C-4A79-ADCB-A0D9BBAFC3B2}" srcOrd="0" destOrd="0" presId="urn:microsoft.com/office/officeart/2018/2/layout/IconVerticalSolidList"/>
    <dgm:cxn modelId="{B86C4F66-53FE-4608-ACE6-47BCFDD46EB7}" srcId="{EA82AB16-E854-40A8-BE44-5A431C3F2254}" destId="{4C77FA9B-EBAF-41AF-B434-8ADBE1C20F9A}" srcOrd="0" destOrd="0" parTransId="{778DF750-FE22-4390-B886-D3E08D7868D9}" sibTransId="{EF09269B-D491-48FF-926E-250A06C1D2DA}"/>
    <dgm:cxn modelId="{3EDC5F90-8025-4093-A224-F8D69C3E2CB5}" srcId="{EA82AB16-E854-40A8-BE44-5A431C3F2254}" destId="{F9A9FA0E-644E-4911-A480-91C44C2089D2}" srcOrd="1" destOrd="0" parTransId="{7041DAFB-AB30-4F79-BAFE-752B317893ED}" sibTransId="{A4D56EDD-3167-4183-BE85-17BD9C90FE01}"/>
    <dgm:cxn modelId="{57CA5ABA-F95E-45F2-B6E4-F93504387D3D}" type="presOf" srcId="{F82C8E41-F82E-43F6-8C8C-8E04DA65A2B3}" destId="{CC63EB17-2767-48C5-9884-48540F5CFB84}" srcOrd="0" destOrd="0" presId="urn:microsoft.com/office/officeart/2018/2/layout/IconVerticalSolidList"/>
    <dgm:cxn modelId="{CD4B50E9-B431-4A00-A662-AB30079662DE}" srcId="{EA82AB16-E854-40A8-BE44-5A431C3F2254}" destId="{F82C8E41-F82E-43F6-8C8C-8E04DA65A2B3}" srcOrd="2" destOrd="0" parTransId="{BCDB225C-3B7A-4815-8760-4AC51163F866}" sibTransId="{4B33666B-08E4-4048-B677-6A26F006C997}"/>
    <dgm:cxn modelId="{A1A73F42-81FC-4553-B7AB-2805EFAEC337}" type="presParOf" srcId="{FD8454F2-9F7C-4A79-ADCB-A0D9BBAFC3B2}" destId="{ECA78155-7267-4D30-A713-7977B5775386}" srcOrd="0" destOrd="0" presId="urn:microsoft.com/office/officeart/2018/2/layout/IconVerticalSolidList"/>
    <dgm:cxn modelId="{9B8588CC-A14A-4AF2-897A-558BDF589E7D}" type="presParOf" srcId="{ECA78155-7267-4D30-A713-7977B5775386}" destId="{7826A8A9-BF2B-458A-A66A-5F23B3B682FC}" srcOrd="0" destOrd="0" presId="urn:microsoft.com/office/officeart/2018/2/layout/IconVerticalSolidList"/>
    <dgm:cxn modelId="{B810A492-885F-4ABE-98F5-8673EC55B008}" type="presParOf" srcId="{ECA78155-7267-4D30-A713-7977B5775386}" destId="{8DE9E82B-3BC5-401E-A650-254B9806D56C}" srcOrd="1" destOrd="0" presId="urn:microsoft.com/office/officeart/2018/2/layout/IconVerticalSolidList"/>
    <dgm:cxn modelId="{0CF1F017-C00F-463E-AEEF-8007839CF976}" type="presParOf" srcId="{ECA78155-7267-4D30-A713-7977B5775386}" destId="{CA87255A-FCC7-481B-AF1F-00F992875757}" srcOrd="2" destOrd="0" presId="urn:microsoft.com/office/officeart/2018/2/layout/IconVerticalSolidList"/>
    <dgm:cxn modelId="{9B4F7110-463D-4239-9DEE-7169427836BC}" type="presParOf" srcId="{ECA78155-7267-4D30-A713-7977B5775386}" destId="{30910317-7A62-4839-BFE5-87EC8E8FDCA7}" srcOrd="3" destOrd="0" presId="urn:microsoft.com/office/officeart/2018/2/layout/IconVerticalSolidList"/>
    <dgm:cxn modelId="{BE33249F-0C99-4E58-BD3B-3CDDA2F7B5ED}" type="presParOf" srcId="{FD8454F2-9F7C-4A79-ADCB-A0D9BBAFC3B2}" destId="{EF8F8996-39E6-42B0-B5D0-A4E04B9C1394}" srcOrd="1" destOrd="0" presId="urn:microsoft.com/office/officeart/2018/2/layout/IconVerticalSolidList"/>
    <dgm:cxn modelId="{DF2D4ADD-3755-4D71-952C-45B55608F58C}" type="presParOf" srcId="{FD8454F2-9F7C-4A79-ADCB-A0D9BBAFC3B2}" destId="{F3891923-663D-4767-8BA7-BCF8855FBEB0}" srcOrd="2" destOrd="0" presId="urn:microsoft.com/office/officeart/2018/2/layout/IconVerticalSolidList"/>
    <dgm:cxn modelId="{F4A963C6-BB7A-4C40-AABE-C456635C9572}" type="presParOf" srcId="{F3891923-663D-4767-8BA7-BCF8855FBEB0}" destId="{76C5942D-B8C4-4641-BDEE-E783D2E66741}" srcOrd="0" destOrd="0" presId="urn:microsoft.com/office/officeart/2018/2/layout/IconVerticalSolidList"/>
    <dgm:cxn modelId="{F51598EA-F5D8-42AA-801F-25791B9BA72C}" type="presParOf" srcId="{F3891923-663D-4767-8BA7-BCF8855FBEB0}" destId="{97DE73B4-8316-4379-9605-4F974EC0DB46}" srcOrd="1" destOrd="0" presId="urn:microsoft.com/office/officeart/2018/2/layout/IconVerticalSolidList"/>
    <dgm:cxn modelId="{EE3E42A1-0FB7-4E40-92F5-47553D678F4E}" type="presParOf" srcId="{F3891923-663D-4767-8BA7-BCF8855FBEB0}" destId="{DA83FF3C-74E5-4384-9B2C-1EACC7117F19}" srcOrd="2" destOrd="0" presId="urn:microsoft.com/office/officeart/2018/2/layout/IconVerticalSolidList"/>
    <dgm:cxn modelId="{0996576C-9B6E-4B90-BA17-C48E72998FD7}" type="presParOf" srcId="{F3891923-663D-4767-8BA7-BCF8855FBEB0}" destId="{57BDA43C-BB8D-4AFD-9E1F-CCAE6D025215}" srcOrd="3" destOrd="0" presId="urn:microsoft.com/office/officeart/2018/2/layout/IconVerticalSolidList"/>
    <dgm:cxn modelId="{3686F082-A752-4934-B519-3FD3EF151C1B}" type="presParOf" srcId="{FD8454F2-9F7C-4A79-ADCB-A0D9BBAFC3B2}" destId="{C3ED30F5-19D6-4389-ACA6-32A561528F68}" srcOrd="3" destOrd="0" presId="urn:microsoft.com/office/officeart/2018/2/layout/IconVerticalSolidList"/>
    <dgm:cxn modelId="{B11CD0F6-9107-4D2C-A1E4-E8E3D0AE6C92}" type="presParOf" srcId="{FD8454F2-9F7C-4A79-ADCB-A0D9BBAFC3B2}" destId="{BE45D83D-5361-4659-B604-4438CEC6E63B}" srcOrd="4" destOrd="0" presId="urn:microsoft.com/office/officeart/2018/2/layout/IconVerticalSolidList"/>
    <dgm:cxn modelId="{242F2CA7-00A0-4E06-9774-2D676AFF9983}" type="presParOf" srcId="{BE45D83D-5361-4659-B604-4438CEC6E63B}" destId="{D3A4471E-D983-40F7-9505-A1B1446DABCC}" srcOrd="0" destOrd="0" presId="urn:microsoft.com/office/officeart/2018/2/layout/IconVerticalSolidList"/>
    <dgm:cxn modelId="{74859D6C-F389-4D10-BCD6-1B414C942EBF}" type="presParOf" srcId="{BE45D83D-5361-4659-B604-4438CEC6E63B}" destId="{AD7F5728-DDF2-40DA-BAE0-588DB666A9EB}" srcOrd="1" destOrd="0" presId="urn:microsoft.com/office/officeart/2018/2/layout/IconVerticalSolidList"/>
    <dgm:cxn modelId="{12200417-21D1-4BFA-966A-EC4BC291074F}" type="presParOf" srcId="{BE45D83D-5361-4659-B604-4438CEC6E63B}" destId="{D7608636-6E02-4869-8C66-EE5DCBD90D16}" srcOrd="2" destOrd="0" presId="urn:microsoft.com/office/officeart/2018/2/layout/IconVerticalSolidList"/>
    <dgm:cxn modelId="{6982CD9C-8F1E-4F02-A231-FC9A6B1B539B}" type="presParOf" srcId="{BE45D83D-5361-4659-B604-4438CEC6E63B}" destId="{CC63EB17-2767-48C5-9884-48540F5CFB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D4CE6-C9CD-468E-AF1A-5AC5EF7332F3}">
      <dsp:nvSpPr>
        <dsp:cNvPr id="0" name=""/>
        <dsp:cNvSpPr/>
      </dsp:nvSpPr>
      <dsp:spPr>
        <a:xfrm>
          <a:off x="0" y="522981"/>
          <a:ext cx="6620255" cy="1745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BA583-4970-4085-9982-FC10B57E08C1}">
      <dsp:nvSpPr>
        <dsp:cNvPr id="0" name=""/>
        <dsp:cNvSpPr/>
      </dsp:nvSpPr>
      <dsp:spPr>
        <a:xfrm>
          <a:off x="528077" y="915766"/>
          <a:ext cx="960141" cy="9601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AEFC-3C87-4FF6-9DDF-8EC5053D8EDD}">
      <dsp:nvSpPr>
        <dsp:cNvPr id="0" name=""/>
        <dsp:cNvSpPr/>
      </dsp:nvSpPr>
      <dsp:spPr>
        <a:xfrm>
          <a:off x="2016297" y="522981"/>
          <a:ext cx="4482885" cy="1963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849" tIns="207849" rIns="207849" bIns="20784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Background</a:t>
          </a:r>
          <a:br>
            <a:rPr lang="en-GB" sz="1400" kern="1200" dirty="0"/>
          </a:br>
          <a:r>
            <a:rPr lang="en-GB" sz="1400" kern="1200" dirty="0"/>
            <a:t>Mental health affects daily life, but stigma, cost, and limited access—especially in low- and middle-income regions—create barriers to care. With over 1 in 8 people worldwide affected, AI offers a way to detect emotional distress through text, provide supportive feedback, and assist therapists by tracking emotional trends, improving both individual and professional care.</a:t>
          </a:r>
          <a:endParaRPr lang="en-US" sz="1400" kern="1200" dirty="0"/>
        </a:p>
      </dsp:txBody>
      <dsp:txXfrm>
        <a:off x="2016297" y="522981"/>
        <a:ext cx="4482885" cy="1963925"/>
      </dsp:txXfrm>
    </dsp:sp>
    <dsp:sp modelId="{CDD75A02-DC3E-4257-A0B9-55FB7C931386}">
      <dsp:nvSpPr>
        <dsp:cNvPr id="0" name=""/>
        <dsp:cNvSpPr/>
      </dsp:nvSpPr>
      <dsp:spPr>
        <a:xfrm>
          <a:off x="0" y="2889764"/>
          <a:ext cx="6620255" cy="1745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3D416-EBD7-49F6-89AE-FE293155DC21}">
      <dsp:nvSpPr>
        <dsp:cNvPr id="0" name=""/>
        <dsp:cNvSpPr/>
      </dsp:nvSpPr>
      <dsp:spPr>
        <a:xfrm>
          <a:off x="528077" y="3282549"/>
          <a:ext cx="960141" cy="9601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29ABF-48C5-4484-A6DC-2F9EEE47816A}">
      <dsp:nvSpPr>
        <dsp:cNvPr id="0" name=""/>
        <dsp:cNvSpPr/>
      </dsp:nvSpPr>
      <dsp:spPr>
        <a:xfrm>
          <a:off x="2016297" y="2889764"/>
          <a:ext cx="4482885" cy="1963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849" tIns="207849" rIns="207849" bIns="20784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Problem Statement</a:t>
          </a:r>
          <a:br>
            <a:rPr lang="en-GB" sz="1400" kern="1200"/>
          </a:br>
          <a:r>
            <a:rPr lang="en-GB" sz="1400" kern="1200"/>
            <a:t>Many face untreated mental health challenges due to cost, stigma, and lack of access. Emotional distress is often untracked, and therapists have limited insight between sessions. There’s a need for private, accessible tools that enable self-reflection and offer valuable data to both individuals and mental health professionals.</a:t>
          </a:r>
          <a:endParaRPr lang="en-US" sz="1400" kern="1200"/>
        </a:p>
      </dsp:txBody>
      <dsp:txXfrm>
        <a:off x="2016297" y="2889764"/>
        <a:ext cx="4482885" cy="19639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41F96-0784-40D5-97E3-5613AFBB9935}">
      <dsp:nvSpPr>
        <dsp:cNvPr id="0" name=""/>
        <dsp:cNvSpPr/>
      </dsp:nvSpPr>
      <dsp:spPr>
        <a:xfrm>
          <a:off x="3049" y="1115895"/>
          <a:ext cx="691031" cy="6910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73D49-0B86-4AD3-98F7-7AD56B8FD678}">
      <dsp:nvSpPr>
        <dsp:cNvPr id="0" name=""/>
        <dsp:cNvSpPr/>
      </dsp:nvSpPr>
      <dsp:spPr>
        <a:xfrm>
          <a:off x="3049" y="1942156"/>
          <a:ext cx="1974375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Analysis-Based Objectives</a:t>
          </a:r>
          <a:endParaRPr lang="en-US" sz="1400" kern="1200"/>
        </a:p>
      </dsp:txBody>
      <dsp:txXfrm>
        <a:off x="3049" y="1942156"/>
        <a:ext cx="1974375" cy="434979"/>
      </dsp:txXfrm>
    </dsp:sp>
    <dsp:sp modelId="{4BADFAFD-250E-4E81-B251-3F6A8800A006}">
      <dsp:nvSpPr>
        <dsp:cNvPr id="0" name=""/>
        <dsp:cNvSpPr/>
      </dsp:nvSpPr>
      <dsp:spPr>
        <a:xfrm>
          <a:off x="3049" y="2440033"/>
          <a:ext cx="1974375" cy="182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Detect emotional and linguistic patterns in user text linked to conditions like anxiety, depression, and burnout.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Identify symptom trends and frequencies signaling onset or escalation of challenges.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Classify emotional expressions into broad mental health categories using historical data.</a:t>
          </a:r>
          <a:endParaRPr lang="en-US" sz="1100" kern="1200"/>
        </a:p>
      </dsp:txBody>
      <dsp:txXfrm>
        <a:off x="3049" y="2440033"/>
        <a:ext cx="1974375" cy="1820742"/>
      </dsp:txXfrm>
    </dsp:sp>
    <dsp:sp modelId="{C1509AE0-4157-429A-908D-BB6B46A734E7}">
      <dsp:nvSpPr>
        <dsp:cNvPr id="0" name=""/>
        <dsp:cNvSpPr/>
      </dsp:nvSpPr>
      <dsp:spPr>
        <a:xfrm>
          <a:off x="2322940" y="1115895"/>
          <a:ext cx="691031" cy="6910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D9A37-B5AA-43D3-919C-6D953E839FCF}">
      <dsp:nvSpPr>
        <dsp:cNvPr id="0" name=""/>
        <dsp:cNvSpPr/>
      </dsp:nvSpPr>
      <dsp:spPr>
        <a:xfrm>
          <a:off x="2322940" y="1942156"/>
          <a:ext cx="1974375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Feature Engineering Objectives</a:t>
          </a:r>
          <a:endParaRPr lang="en-US" sz="1400" kern="1200"/>
        </a:p>
      </dsp:txBody>
      <dsp:txXfrm>
        <a:off x="2322940" y="1942156"/>
        <a:ext cx="1974375" cy="434979"/>
      </dsp:txXfrm>
    </dsp:sp>
    <dsp:sp modelId="{172C029D-2143-4CB3-8C7B-6DF47C389136}">
      <dsp:nvSpPr>
        <dsp:cNvPr id="0" name=""/>
        <dsp:cNvSpPr/>
      </dsp:nvSpPr>
      <dsp:spPr>
        <a:xfrm>
          <a:off x="2322940" y="2440033"/>
          <a:ext cx="1974375" cy="182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Preprocess text (tokenization, lemmatization, stop-word removal) for clean model input.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Extract features such as emotional tone, symptom keywords, frequency/persistence of states, and time-based changes.</a:t>
          </a:r>
          <a:endParaRPr lang="en-US" sz="1100" kern="1200"/>
        </a:p>
      </dsp:txBody>
      <dsp:txXfrm>
        <a:off x="2322940" y="2440033"/>
        <a:ext cx="1974375" cy="1820742"/>
      </dsp:txXfrm>
    </dsp:sp>
    <dsp:sp modelId="{CD967BBD-4292-4D9C-95BA-88BE5F278626}">
      <dsp:nvSpPr>
        <dsp:cNvPr id="0" name=""/>
        <dsp:cNvSpPr/>
      </dsp:nvSpPr>
      <dsp:spPr>
        <a:xfrm>
          <a:off x="4642831" y="1115895"/>
          <a:ext cx="691031" cy="6910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419A7-9FE3-483A-A55B-CDBDF76658BE}">
      <dsp:nvSpPr>
        <dsp:cNvPr id="0" name=""/>
        <dsp:cNvSpPr/>
      </dsp:nvSpPr>
      <dsp:spPr>
        <a:xfrm>
          <a:off x="4642831" y="1942156"/>
          <a:ext cx="1974375" cy="434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Modelling Objectives</a:t>
          </a:r>
          <a:endParaRPr lang="en-US" sz="1400" kern="1200"/>
        </a:p>
      </dsp:txBody>
      <dsp:txXfrm>
        <a:off x="4642831" y="1942156"/>
        <a:ext cx="1974375" cy="434979"/>
      </dsp:txXfrm>
    </dsp:sp>
    <dsp:sp modelId="{E28C295B-7FD2-4AE3-A353-B28950771C35}">
      <dsp:nvSpPr>
        <dsp:cNvPr id="0" name=""/>
        <dsp:cNvSpPr/>
      </dsp:nvSpPr>
      <dsp:spPr>
        <a:xfrm>
          <a:off x="4642831" y="2440033"/>
          <a:ext cx="1974375" cy="1820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Build and fine-tune a multi-label NLP model to detect multiple co-occurring conditions.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Integrate into an empathetic chatbot that offers daily check-ins, coping strategies, and motivational content.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Assess distress levels to tailor tone and urgency.</a:t>
          </a:r>
          <a:endParaRPr lang="en-US" sz="1100" kern="1200"/>
        </a:p>
      </dsp:txBody>
      <dsp:txXfrm>
        <a:off x="4642831" y="2440033"/>
        <a:ext cx="1974375" cy="18207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AF310-A2A7-4E3E-ABB5-4A7023AF354F}">
      <dsp:nvSpPr>
        <dsp:cNvPr id="0" name=""/>
        <dsp:cNvSpPr/>
      </dsp:nvSpPr>
      <dsp:spPr>
        <a:xfrm>
          <a:off x="0" y="300108"/>
          <a:ext cx="8186056" cy="28534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329" tIns="333248" rIns="63532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b="1" kern="1200" dirty="0"/>
            <a:t>Content:</a:t>
          </a:r>
          <a:r>
            <a:rPr lang="de-DE" sz="1600" kern="1200" dirty="0"/>
            <a:t> Signs, symptoms, emotional indicators, coping strategies, recommendations of 19 disorders ; (</a:t>
          </a:r>
          <a:r>
            <a:rPr lang="de-DE" sz="1600" b="0" i="0" kern="1200" dirty="0"/>
            <a:t>Anxiety,</a:t>
          </a:r>
          <a:r>
            <a:rPr lang="en-GB" sz="1600" b="0" i="0" kern="1200" dirty="0"/>
            <a:t>Attention Deficit Hyperactivity Disorder(ADHD),</a:t>
          </a:r>
          <a:r>
            <a:rPr lang="de-DE" sz="1600" b="0" i="0" kern="1200" dirty="0"/>
            <a:t>Autism ,Bipolar disorder, Loneliness,  Dementia, Depression, Menopause ,OCD, Panic Attacks, Personality Disorder PTSD, Postnatal-Depression, Psychosis, Schizophrenia, Self - Harm ,Stress, Sucidal Thoughts, Trauma)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b="1" kern="1200" dirty="0"/>
            <a:t>Purpose:</a:t>
          </a:r>
          <a:r>
            <a:rPr lang="de-DE" sz="1600" kern="1200" dirty="0"/>
            <a:t> Train emotional tone detection &amp; generate chatbot responses.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b="1" kern="1200" dirty="0"/>
            <a:t>Processing: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Clean text data, no missing values.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SentenceBERT embeddings for classification &amp; response modeling.</a:t>
          </a:r>
          <a:endParaRPr lang="en-US" sz="1600" kern="1200"/>
        </a:p>
      </dsp:txBody>
      <dsp:txXfrm>
        <a:off x="0" y="300108"/>
        <a:ext cx="8186056" cy="2853474"/>
      </dsp:txXfrm>
    </dsp:sp>
    <dsp:sp modelId="{04A7651B-4F82-4FE3-9AA8-A9C099642B5E}">
      <dsp:nvSpPr>
        <dsp:cNvPr id="0" name=""/>
        <dsp:cNvSpPr/>
      </dsp:nvSpPr>
      <dsp:spPr>
        <a:xfrm>
          <a:off x="409302" y="63948"/>
          <a:ext cx="5730239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589" tIns="0" rIns="21658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1. Mental Health Content (mentalhealth.org.uk)</a:t>
          </a:r>
          <a:endParaRPr lang="en-US" sz="1600" kern="1200"/>
        </a:p>
      </dsp:txBody>
      <dsp:txXfrm>
        <a:off x="432359" y="87005"/>
        <a:ext cx="5684125" cy="426206"/>
      </dsp:txXfrm>
    </dsp:sp>
    <dsp:sp modelId="{1A139F90-21DE-41E5-AB03-6B668AF069C3}">
      <dsp:nvSpPr>
        <dsp:cNvPr id="0" name=""/>
        <dsp:cNvSpPr/>
      </dsp:nvSpPr>
      <dsp:spPr>
        <a:xfrm>
          <a:off x="0" y="3476143"/>
          <a:ext cx="8186056" cy="236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329" tIns="333248" rIns="635329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b="1" kern="1200"/>
            <a:t>Features:</a:t>
          </a:r>
          <a:r>
            <a:rPr lang="de-DE" sz="1600" kern="1200"/>
            <a:t> Age, gender, occupation, diet quality, smoking, alcohol use, sleep hours, physical activity, stress level, social media use, consultation history, medication, work hours.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b="1" kern="1200"/>
            <a:t>Purpose:</a:t>
          </a:r>
          <a:r>
            <a:rPr lang="de-DE" sz="1600" kern="1200"/>
            <a:t> Train CatBoost model for multi-label classification &amp; risk prediction.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b="1" kern="1200"/>
            <a:t>Preparation: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Handled missing severity values via mode imputation.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Normalized and encoded categorical variables.</a:t>
          </a:r>
          <a:endParaRPr lang="en-US" sz="1600" kern="1200"/>
        </a:p>
      </dsp:txBody>
      <dsp:txXfrm>
        <a:off x="0" y="3476143"/>
        <a:ext cx="8186056" cy="2368800"/>
      </dsp:txXfrm>
    </dsp:sp>
    <dsp:sp modelId="{EC05F30F-E3D0-49AF-9FC1-75E9CF3D531A}">
      <dsp:nvSpPr>
        <dsp:cNvPr id="0" name=""/>
        <dsp:cNvSpPr/>
      </dsp:nvSpPr>
      <dsp:spPr>
        <a:xfrm>
          <a:off x="409302" y="3239983"/>
          <a:ext cx="5730239" cy="47232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589" tIns="0" rIns="21658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2. Demographic &amp; Behavioral Data</a:t>
          </a:r>
          <a:endParaRPr lang="en-US" sz="1600" kern="1200"/>
        </a:p>
      </dsp:txBody>
      <dsp:txXfrm>
        <a:off x="432359" y="3263040"/>
        <a:ext cx="5684125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93F19-5D04-49AE-9F0D-D2964805A129}">
      <dsp:nvSpPr>
        <dsp:cNvPr id="0" name=""/>
        <dsp:cNvSpPr/>
      </dsp:nvSpPr>
      <dsp:spPr>
        <a:xfrm>
          <a:off x="0" y="222519"/>
          <a:ext cx="6620255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12420" rIns="51380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 dirty="0"/>
            <a:t>Input:</a:t>
          </a:r>
          <a:r>
            <a:rPr lang="de-DE" sz="1500" kern="1200" dirty="0"/>
            <a:t> User symptom descriptions &amp; journal entries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/>
            <a:t>Processing:</a:t>
          </a:r>
          <a:r>
            <a:rPr lang="de-DE" sz="1500" kern="1200"/>
            <a:t> SentenceBERT embeddings → Multi-label classifier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/>
            <a:t>Goal:</a:t>
          </a:r>
          <a:r>
            <a:rPr lang="de-DE" sz="1500" kern="1200"/>
            <a:t> Detect conditions like depression, anxiety, burnout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 dirty="0"/>
            <a:t>Integration:</a:t>
          </a:r>
          <a:r>
            <a:rPr lang="de-DE" sz="1500" kern="1200" dirty="0"/>
            <a:t> Empathetic chatbot offering condition-specific suggestion.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0" y="222519"/>
        <a:ext cx="6620255" cy="1795500"/>
      </dsp:txXfrm>
    </dsp:sp>
    <dsp:sp modelId="{A6FF1E0E-9EEE-4595-BE8B-EC0E85A46844}">
      <dsp:nvSpPr>
        <dsp:cNvPr id="0" name=""/>
        <dsp:cNvSpPr/>
      </dsp:nvSpPr>
      <dsp:spPr>
        <a:xfrm>
          <a:off x="331012" y="1119"/>
          <a:ext cx="4634179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1. Text-Based Modeling</a:t>
          </a:r>
          <a:endParaRPr lang="en-US" sz="1500" kern="1200"/>
        </a:p>
      </dsp:txBody>
      <dsp:txXfrm>
        <a:off x="352628" y="22735"/>
        <a:ext cx="4590947" cy="399568"/>
      </dsp:txXfrm>
    </dsp:sp>
    <dsp:sp modelId="{402598F9-8770-4388-A0A9-781538160DAF}">
      <dsp:nvSpPr>
        <dsp:cNvPr id="0" name=""/>
        <dsp:cNvSpPr/>
      </dsp:nvSpPr>
      <dsp:spPr>
        <a:xfrm>
          <a:off x="0" y="2320419"/>
          <a:ext cx="6620255" cy="305513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805" tIns="312420" rIns="51380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 dirty="0"/>
            <a:t>Input:</a:t>
          </a:r>
          <a:r>
            <a:rPr lang="de-DE" sz="1500" kern="1200" dirty="0"/>
            <a:t> 13 behavioral &amp; demographic features (age, gender, occupation, alcohol, smoking, sleep, physical activity, stress, etc.)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/>
            <a:t>Models:</a:t>
          </a:r>
          <a:r>
            <a:rPr lang="de-DE" sz="1500" kern="1200"/>
            <a:t> Stacked Gradient Boosting + CatBoost (also LightGBM in ensemble)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 dirty="0"/>
            <a:t>Target:</a:t>
          </a:r>
          <a:r>
            <a:rPr lang="de-DE" sz="1500" kern="1200" dirty="0"/>
            <a:t> Multi-label classification + severity prediction (mild, moderate, severe)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b="1" kern="1200" dirty="0"/>
            <a:t>Evaluation Metrics.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 Average Severity Precision; 0.667,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 Average Severity Recall;  1</a:t>
          </a:r>
        </a:p>
      </dsp:txBody>
      <dsp:txXfrm>
        <a:off x="0" y="2320419"/>
        <a:ext cx="6620255" cy="3055132"/>
      </dsp:txXfrm>
    </dsp:sp>
    <dsp:sp modelId="{D2C602DA-874C-4085-8645-F964B27625BD}">
      <dsp:nvSpPr>
        <dsp:cNvPr id="0" name=""/>
        <dsp:cNvSpPr/>
      </dsp:nvSpPr>
      <dsp:spPr>
        <a:xfrm>
          <a:off x="331012" y="2099019"/>
          <a:ext cx="4634179" cy="44280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161" tIns="0" rIns="17516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b="1" kern="1200"/>
            <a:t>2. Structured Data Modeling</a:t>
          </a:r>
          <a:endParaRPr lang="en-US" sz="1500" kern="1200"/>
        </a:p>
      </dsp:txBody>
      <dsp:txXfrm>
        <a:off x="352628" y="2120635"/>
        <a:ext cx="4590947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29F06-A420-468C-853C-3BCE0F41EFA9}">
      <dsp:nvSpPr>
        <dsp:cNvPr id="0" name=""/>
        <dsp:cNvSpPr/>
      </dsp:nvSpPr>
      <dsp:spPr>
        <a:xfrm>
          <a:off x="889011" y="0"/>
          <a:ext cx="1509048" cy="1372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E0879-C7BC-471C-B9D1-92D023A82329}">
      <dsp:nvSpPr>
        <dsp:cNvPr id="0" name=""/>
        <dsp:cNvSpPr/>
      </dsp:nvSpPr>
      <dsp:spPr>
        <a:xfrm>
          <a:off x="889011" y="1549076"/>
          <a:ext cx="4311566" cy="58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200" b="1" kern="1200"/>
            <a:t>Conclusions.</a:t>
          </a:r>
          <a:endParaRPr lang="en-US" sz="3200" kern="1200"/>
        </a:p>
      </dsp:txBody>
      <dsp:txXfrm>
        <a:off x="889011" y="1549076"/>
        <a:ext cx="4311566" cy="588350"/>
      </dsp:txXfrm>
    </dsp:sp>
    <dsp:sp modelId="{4EDAE416-68EE-4508-9F44-582737433149}">
      <dsp:nvSpPr>
        <dsp:cNvPr id="0" name=""/>
        <dsp:cNvSpPr/>
      </dsp:nvSpPr>
      <dsp:spPr>
        <a:xfrm>
          <a:off x="889011" y="2219407"/>
          <a:ext cx="4311566" cy="2290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GB" sz="1700" kern="1200" dirty="0"/>
            <a:t>The Mental Health Prediction Assistant combines NLP-based symptom analysis with structured lifestyle data for early detection and personalized support. 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GB" sz="1700" kern="1200" dirty="0"/>
            <a:t>It provides scalable mental health screening, tailored recommendations, and a modular, user-friendly architecture suitable for digital health platforms or personal self-assessment. 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GB" sz="1700" kern="1200" dirty="0"/>
            <a:t>Overall, it helps bridge the gap between early signs of distress and timely intervention.</a:t>
          </a:r>
          <a:endParaRPr lang="en-US" sz="1700" kern="1200" dirty="0"/>
        </a:p>
      </dsp:txBody>
      <dsp:txXfrm>
        <a:off x="889011" y="2219407"/>
        <a:ext cx="4311566" cy="2290816"/>
      </dsp:txXfrm>
    </dsp:sp>
    <dsp:sp modelId="{2DF0CC7D-DCAE-42B4-ADD4-21D79C5B27CE}">
      <dsp:nvSpPr>
        <dsp:cNvPr id="0" name=""/>
        <dsp:cNvSpPr/>
      </dsp:nvSpPr>
      <dsp:spPr>
        <a:xfrm>
          <a:off x="5955102" y="0"/>
          <a:ext cx="1509048" cy="1372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4E957-FBB7-4A56-9362-280196F1F950}">
      <dsp:nvSpPr>
        <dsp:cNvPr id="0" name=""/>
        <dsp:cNvSpPr/>
      </dsp:nvSpPr>
      <dsp:spPr>
        <a:xfrm>
          <a:off x="5955102" y="1549076"/>
          <a:ext cx="4311566" cy="588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200" b="1" kern="1200"/>
            <a:t>Top Recommendations</a:t>
          </a:r>
          <a:endParaRPr lang="en-US" sz="3200" kern="1200"/>
        </a:p>
      </dsp:txBody>
      <dsp:txXfrm>
        <a:off x="5955102" y="1549076"/>
        <a:ext cx="4311566" cy="588350"/>
      </dsp:txXfrm>
    </dsp:sp>
    <dsp:sp modelId="{A879341D-7195-415A-8C78-27B2084046A9}">
      <dsp:nvSpPr>
        <dsp:cNvPr id="0" name=""/>
        <dsp:cNvSpPr/>
      </dsp:nvSpPr>
      <dsp:spPr>
        <a:xfrm>
          <a:off x="5955102" y="2219407"/>
          <a:ext cx="4311566" cy="2290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Model Performance Improvement:</a:t>
          </a:r>
          <a:r>
            <a:rPr lang="en-GB" sz="1700" kern="1200"/>
            <a:t> Use advanced NLP embeddings (e.g., OpenAI embeddings, ClinicalBERT) to enhance classifier accuracy.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700" b="1" kern="1200" dirty="0"/>
            <a:t>User-Centric Refinement:</a:t>
          </a:r>
          <a:r>
            <a:rPr lang="en-GB" sz="1700" kern="1200" dirty="0"/>
            <a:t> Integrate user feedback into the UI to dynamically improve predictions and recommendations.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 dirty="0"/>
            <a:t>Integration of Multi-Source Data:</a:t>
          </a:r>
          <a:r>
            <a:rPr lang="en-GB" sz="1700" kern="1200" dirty="0"/>
            <a:t> Incorporate wearable health tracker data (sleep, heart rate, activity) to improve prediction reliability.</a:t>
          </a:r>
          <a:endParaRPr lang="en-US" sz="1700" kern="1200" dirty="0"/>
        </a:p>
      </dsp:txBody>
      <dsp:txXfrm>
        <a:off x="5955102" y="2219407"/>
        <a:ext cx="4311566" cy="22908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6A8A9-BF2B-458A-A66A-5F23B3B682FC}">
      <dsp:nvSpPr>
        <dsp:cNvPr id="0" name=""/>
        <dsp:cNvSpPr/>
      </dsp:nvSpPr>
      <dsp:spPr>
        <a:xfrm>
          <a:off x="0" y="656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9E82B-3BC5-401E-A650-254B9806D56C}">
      <dsp:nvSpPr>
        <dsp:cNvPr id="0" name=""/>
        <dsp:cNvSpPr/>
      </dsp:nvSpPr>
      <dsp:spPr>
        <a:xfrm>
          <a:off x="464584" y="346215"/>
          <a:ext cx="844699" cy="8446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10317-7A62-4839-BFE5-87EC8E8FDCA7}">
      <dsp:nvSpPr>
        <dsp:cNvPr id="0" name=""/>
        <dsp:cNvSpPr/>
      </dsp:nvSpPr>
      <dsp:spPr>
        <a:xfrm>
          <a:off x="1773868" y="656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Continuous Learning System </a:t>
          </a:r>
          <a:r>
            <a:rPr lang="en-US" sz="1700" kern="1200"/>
            <a:t>- Build a feedback loop where user-confirmed diagnoses and lifestyle updates are fed back into the system for continuous model retraining. </a:t>
          </a:r>
        </a:p>
      </dsp:txBody>
      <dsp:txXfrm>
        <a:off x="1773868" y="656"/>
        <a:ext cx="4846387" cy="1535816"/>
      </dsp:txXfrm>
    </dsp:sp>
    <dsp:sp modelId="{76C5942D-B8C4-4641-BDEE-E783D2E66741}">
      <dsp:nvSpPr>
        <dsp:cNvPr id="0" name=""/>
        <dsp:cNvSpPr/>
      </dsp:nvSpPr>
      <dsp:spPr>
        <a:xfrm>
          <a:off x="0" y="1920427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E73B4-8316-4379-9605-4F974EC0DB46}">
      <dsp:nvSpPr>
        <dsp:cNvPr id="0" name=""/>
        <dsp:cNvSpPr/>
      </dsp:nvSpPr>
      <dsp:spPr>
        <a:xfrm>
          <a:off x="464584" y="2265986"/>
          <a:ext cx="844699" cy="8446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DA43C-BB8D-4AFD-9E1F-CCAE6D025215}">
      <dsp:nvSpPr>
        <dsp:cNvPr id="0" name=""/>
        <dsp:cNvSpPr/>
      </dsp:nvSpPr>
      <dsp:spPr>
        <a:xfrm>
          <a:off x="1773868" y="1920427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Multilingual Support </a:t>
          </a:r>
          <a:r>
            <a:rPr lang="en-US" sz="1700" kern="1200"/>
            <a:t>- Expand the system to handle multiple languages to serve a wider audience.</a:t>
          </a:r>
        </a:p>
      </dsp:txBody>
      <dsp:txXfrm>
        <a:off x="1773868" y="1920427"/>
        <a:ext cx="4846387" cy="1535816"/>
      </dsp:txXfrm>
    </dsp:sp>
    <dsp:sp modelId="{D3A4471E-D983-40F7-9505-A1B1446DABCC}">
      <dsp:nvSpPr>
        <dsp:cNvPr id="0" name=""/>
        <dsp:cNvSpPr/>
      </dsp:nvSpPr>
      <dsp:spPr>
        <a:xfrm>
          <a:off x="0" y="3840198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F5728-DDF2-40DA-BAE0-588DB666A9EB}">
      <dsp:nvSpPr>
        <dsp:cNvPr id="0" name=""/>
        <dsp:cNvSpPr/>
      </dsp:nvSpPr>
      <dsp:spPr>
        <a:xfrm>
          <a:off x="464584" y="4185757"/>
          <a:ext cx="844699" cy="8446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3EB17-2767-48C5-9884-48540F5CFB84}">
      <dsp:nvSpPr>
        <dsp:cNvPr id="0" name=""/>
        <dsp:cNvSpPr/>
      </dsp:nvSpPr>
      <dsp:spPr>
        <a:xfrm>
          <a:off x="1773868" y="3840198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Regulatory Compliance </a:t>
          </a:r>
          <a:r>
            <a:rPr lang="en-US" sz="1700" kern="1200"/>
            <a:t>- Adapt the platform to comply with HIPAA, GDPR, and other health data regulations depending on target regions for deployment.</a:t>
          </a:r>
        </a:p>
      </dsp:txBody>
      <dsp:txXfrm>
        <a:off x="1773868" y="3840198"/>
        <a:ext cx="4846387" cy="1535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7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05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2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14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8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7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5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1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3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2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3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Scan of a human brain in a neurology clinic">
            <a:extLst>
              <a:ext uri="{FF2B5EF4-FFF2-40B4-BE49-F238E27FC236}">
                <a16:creationId xmlns:a16="http://schemas.microsoft.com/office/drawing/2014/main" id="{61106853-A603-349C-B8A9-A91D23159E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907" b="9093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BBE019-D90B-21CE-ADA5-AFD4555B2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b="1" dirty="0">
                <a:solidFill>
                  <a:srgbClr val="FFFFFF"/>
                </a:solidFill>
                <a:latin typeface="Rockwell" panose="02060603020205020403" pitchFamily="18" charset="0"/>
              </a:rPr>
              <a:t>MENTAL HEALTH DETECTOR</a:t>
            </a:r>
            <a:endParaRPr lang="en-KE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F485F-8397-442E-FE14-E43908012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>
                <a:solidFill>
                  <a:srgbClr val="FFFFFF"/>
                </a:solidFill>
                <a:latin typeface="Rockwell" panose="02060603020205020403" pitchFamily="18" charset="0"/>
              </a:rPr>
              <a:t>AN AI-POWERED TOOL FOR DETECTION AND TREATMENT OF MENTAL HEALTH DISORDERS.</a:t>
            </a:r>
          </a:p>
          <a:p>
            <a:pPr>
              <a:lnSpc>
                <a:spcPct val="100000"/>
              </a:lnSpc>
            </a:pPr>
            <a:endParaRPr lang="en-US" sz="1900" dirty="0">
              <a:solidFill>
                <a:srgbClr val="FFFFFF"/>
              </a:solidFill>
              <a:latin typeface="Rockwell" panose="020606030202050204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900" dirty="0">
                <a:solidFill>
                  <a:srgbClr val="FFFFFF"/>
                </a:solidFill>
                <a:latin typeface="Rockwell" panose="02060603020205020403" pitchFamily="18" charset="0"/>
              </a:rPr>
              <a:t>BY GROUP 2.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41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4AC71-AD80-AF55-DCD1-17D3FA83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INTRODUCTION.</a:t>
            </a:r>
            <a:endParaRPr lang="en-KE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16F0-089C-86BC-E3B5-9185EA072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666" y="2112264"/>
            <a:ext cx="6263640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This project is an integrated mental health assessment tool combining: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b="1" dirty="0"/>
              <a:t>Signs-Based Disorder Prediction</a:t>
            </a:r>
            <a:r>
              <a:rPr lang="en-GB" dirty="0"/>
              <a:t> – Uses NLP to analyse symptom descriptions, identify likely mental disorders, and provide tailored self-care and professional recommendations.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b="1" dirty="0"/>
              <a:t>Lifestyle-Based Risk Assessment</a:t>
            </a:r>
            <a:r>
              <a:rPr lang="en-GB" dirty="0"/>
              <a:t> – Uses machine learning on structured lifestyle and demographic data to predict mental health risk and severity.</a:t>
            </a:r>
          </a:p>
          <a:p>
            <a:pPr>
              <a:lnSpc>
                <a:spcPct val="100000"/>
              </a:lnSpc>
            </a:pPr>
            <a:r>
              <a:rPr lang="en-GB" dirty="0"/>
              <a:t>Together, these features enable holistic evaluation, early detection, risk scoring, and actionable advice for individuals and practitioners, promoting awareness and informed decisions.</a:t>
            </a:r>
          </a:p>
          <a:p>
            <a:pPr>
              <a:lnSpc>
                <a:spcPct val="100000"/>
              </a:lnSpc>
            </a:pPr>
            <a:endParaRPr lang="en-KE" dirty="0"/>
          </a:p>
        </p:txBody>
      </p: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D32B8ADF-4523-27F8-827C-52C515760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3128" y="976160"/>
            <a:ext cx="4727954" cy="47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1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58C3F-8B87-7E3B-E720-F0BA7583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PROBLEM STATEMENT.</a:t>
            </a:r>
            <a:endParaRPr lang="en-K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4DBA084-3B2B-38C5-FAA6-FA9B83F41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155430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5F9CB2D-F521-2B09-AC2A-7588E6D930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155" y="2299469"/>
            <a:ext cx="3077004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8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8BF56-AA10-7874-A3D7-33037456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OBJECTIVES.</a:t>
            </a:r>
            <a:endParaRPr lang="en-K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ED6ED5-C79C-2A9D-3880-F0020F92F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388671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dart board with darts hitting the center&#10;&#10;AI-generated content may be incorrect.">
            <a:extLst>
              <a:ext uri="{FF2B5EF4-FFF2-40B4-BE49-F238E27FC236}">
                <a16:creationId xmlns:a16="http://schemas.microsoft.com/office/drawing/2014/main" id="{1BF5231B-EDCC-E7E6-DEDF-47C090CA4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76" y="2013857"/>
            <a:ext cx="2962688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49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59453-6366-C829-94BB-A185E93D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51" y="859971"/>
            <a:ext cx="3778938" cy="272142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 AND PREPARATION</a:t>
            </a:r>
            <a:endParaRPr lang="en-K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CEE35D-9CCC-67FC-E85D-E932AC52C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952762"/>
              </p:ext>
            </p:extLst>
          </p:nvPr>
        </p:nvGraphicFramePr>
        <p:xfrm>
          <a:off x="3733801" y="611650"/>
          <a:ext cx="8186056" cy="5908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818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A02F1-F452-40CE-F26C-DE8D7FDB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8409"/>
            <a:ext cx="11164824" cy="883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/>
              <a:t>EXPLORATORY DATA ANALYSIS.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429D90-B8AD-D39A-5408-FBDE41C8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648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1F9B367-35A5-8047-0220-1E0AA6AEC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03" y="4241817"/>
            <a:ext cx="4456902" cy="201382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23B893-ED40-5BDC-8A3E-30B61D96A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45" y="4294294"/>
            <a:ext cx="4168065" cy="1961350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26FB4CB8-590A-9E22-36A0-80E4958E0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793603" y="1816010"/>
            <a:ext cx="4143388" cy="19416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FC3C6B-8973-6818-C589-3DE17EBF0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83" y="1890267"/>
            <a:ext cx="4143388" cy="188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0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3B5DE-1267-E6BE-2447-67E444E78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11146197" cy="828090"/>
          </a:xfrm>
        </p:spPr>
        <p:txBody>
          <a:bodyPr>
            <a:normAutofit/>
          </a:bodyPr>
          <a:lstStyle/>
          <a:p>
            <a:r>
              <a:rPr lang="en-US"/>
              <a:t>EXPLORATORY DATA ANALYSIS</a:t>
            </a:r>
            <a:endParaRPr lang="en-KE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A graph of different colored bars">
            <a:extLst>
              <a:ext uri="{FF2B5EF4-FFF2-40B4-BE49-F238E27FC236}">
                <a16:creationId xmlns:a16="http://schemas.microsoft.com/office/drawing/2014/main" id="{294D6003-643B-055B-BE78-E471210B9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96" y="1791217"/>
            <a:ext cx="11142808" cy="45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3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8339-8268-D3FF-3DE0-D1057EE7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243763"/>
          </a:xfrm>
        </p:spPr>
        <p:txBody>
          <a:bodyPr>
            <a:normAutofit/>
          </a:bodyPr>
          <a:lstStyle/>
          <a:p>
            <a:r>
              <a:rPr lang="en-US" dirty="0"/>
              <a:t>MODELLING AND EVALUATION.</a:t>
            </a:r>
            <a:endParaRPr lang="en-K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7DDBF2-6FA7-5938-1F8E-0D4BC067B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21392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0F791D7-12EB-23CE-1162-B21874AE1D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968" y="2992631"/>
            <a:ext cx="3867690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57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9F286-C45B-836E-2BE2-1AF65CBD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368296"/>
          </a:xfrm>
        </p:spPr>
        <p:txBody>
          <a:bodyPr>
            <a:normAutofit/>
          </a:bodyPr>
          <a:lstStyle/>
          <a:p>
            <a:r>
              <a:rPr lang="en-US" dirty="0"/>
              <a:t>DEPLOYMENT</a:t>
            </a:r>
            <a:endParaRPr lang="en-K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1C8E4-5607-134E-EB40-0EEAFDD66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312" b="32512"/>
          <a:stretch>
            <a:fillRect/>
          </a:stretch>
        </p:blipFill>
        <p:spPr>
          <a:xfrm>
            <a:off x="6929265" y="3887753"/>
            <a:ext cx="4854706" cy="2797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45119-3614-310C-44E2-9D54CA6EE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014" y="978408"/>
            <a:ext cx="5011957" cy="214261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D8D95-9F26-19EA-DB4C-9FA779FA6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61" y="2476185"/>
            <a:ext cx="5209000" cy="312995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1500" b="1" dirty="0"/>
              <a:t>Platform:</a:t>
            </a:r>
            <a:endParaRPr lang="de-DE" sz="1500" dirty="0"/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1500" b="1" dirty="0"/>
              <a:t>Streamlit:</a:t>
            </a:r>
            <a:r>
              <a:rPr lang="de-DE" sz="1500" dirty="0"/>
              <a:t> Local interface for running the app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1500" b="1" dirty="0"/>
              <a:t>FastAPI:</a:t>
            </a:r>
            <a:r>
              <a:rPr lang="de-DE" sz="1500" dirty="0"/>
              <a:t> Backend for scalable model inference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1500" b="1" dirty="0"/>
              <a:t>Ngrok:</a:t>
            </a:r>
            <a:r>
              <a:rPr lang="de-DE" sz="1500" dirty="0"/>
              <a:t> Expose app online for testing</a:t>
            </a:r>
          </a:p>
          <a:p>
            <a:pPr>
              <a:lnSpc>
                <a:spcPct val="100000"/>
              </a:lnSpc>
            </a:pPr>
            <a:r>
              <a:rPr lang="de-DE" sz="1500" b="1" dirty="0"/>
              <a:t>Modes:</a:t>
            </a:r>
            <a:endParaRPr lang="de-DE" sz="1500" dirty="0"/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1500" b="1" dirty="0"/>
              <a:t>Signs-Based:</a:t>
            </a:r>
            <a:r>
              <a:rPr lang="de-DE" sz="1500" dirty="0"/>
              <a:t> NLP prediction from user-described symptoms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1500" b="1" dirty="0"/>
              <a:t>Lifestyle-Based:</a:t>
            </a:r>
            <a:r>
              <a:rPr lang="de-DE" sz="1500" dirty="0"/>
              <a:t> Structured data prediction from age, stress, sleep, etc.</a:t>
            </a:r>
          </a:p>
          <a:p>
            <a:pPr>
              <a:lnSpc>
                <a:spcPct val="100000"/>
              </a:lnSpc>
            </a:pPr>
            <a:endParaRPr lang="en-KE" sz="1500" dirty="0"/>
          </a:p>
        </p:txBody>
      </p:sp>
    </p:spTree>
    <p:extLst>
      <p:ext uri="{BB962C8B-B14F-4D97-AF65-F5344CB8AC3E}">
        <p14:creationId xmlns:p14="http://schemas.microsoft.com/office/powerpoint/2010/main" val="2817049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4AC76-CD2E-CDF2-7A11-50ACBC46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71" y="817888"/>
            <a:ext cx="11159019" cy="861278"/>
          </a:xfrm>
        </p:spPr>
        <p:txBody>
          <a:bodyPr>
            <a:normAutofit/>
          </a:bodyPr>
          <a:lstStyle/>
          <a:p>
            <a:r>
              <a:rPr lang="en-US" dirty="0"/>
              <a:t>CONCLUSIONS AND RECOMMENDATIONS </a:t>
            </a:r>
            <a:endParaRPr lang="en-K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283240-9F77-494D-83BC-554B01862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661757"/>
              </p:ext>
            </p:extLst>
          </p:nvPr>
        </p:nvGraphicFramePr>
        <p:xfrm>
          <a:off x="390071" y="1475257"/>
          <a:ext cx="11155680" cy="4510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53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0631A-B19D-9393-598F-61DFAD94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  <a:endParaRPr lang="en-K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8E2356-A983-8942-9D13-229154639C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0291685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63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yellow and black text with rays of light">
            <a:extLst>
              <a:ext uri="{FF2B5EF4-FFF2-40B4-BE49-F238E27FC236}">
                <a16:creationId xmlns:a16="http://schemas.microsoft.com/office/drawing/2014/main" id="{50E9A1C0-9947-01D7-AA0D-1F1C81FF2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4" b="10667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1101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910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Bierstadt</vt:lpstr>
      <vt:lpstr>Courier New</vt:lpstr>
      <vt:lpstr>Rockwell</vt:lpstr>
      <vt:lpstr>Wingdings</vt:lpstr>
      <vt:lpstr>GestaltVTI</vt:lpstr>
      <vt:lpstr>MENTAL HEALTH DETECTOR</vt:lpstr>
      <vt:lpstr>INTRODUCTION.</vt:lpstr>
      <vt:lpstr>PROBLEM STATEMENT.</vt:lpstr>
      <vt:lpstr>OBJECTIVES.</vt:lpstr>
      <vt:lpstr>DATA DESCRIPTION AND PREPARATION</vt:lpstr>
      <vt:lpstr>EXPLORATORY DATA ANALYSIS.</vt:lpstr>
      <vt:lpstr>EXPLORATORY DATA ANALYSIS</vt:lpstr>
      <vt:lpstr>MODELLING AND EVALUATION.</vt:lpstr>
      <vt:lpstr>DEPLOYMENT</vt:lpstr>
      <vt:lpstr>CONCLUSIONS AND RECOMMENDATIONS 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Chege Waweru</dc:creator>
  <cp:lastModifiedBy>Chege Waweru</cp:lastModifiedBy>
  <cp:revision>1</cp:revision>
  <dcterms:created xsi:type="dcterms:W3CDTF">2025-08-14T09:07:16Z</dcterms:created>
  <dcterms:modified xsi:type="dcterms:W3CDTF">2025-08-14T10:54:45Z</dcterms:modified>
</cp:coreProperties>
</file>